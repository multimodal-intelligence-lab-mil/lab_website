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0"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3A3"/>
    <a:srgbClr val="F6A494"/>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147" d="100"/>
          <a:sy n="147" d="100"/>
        </p:scale>
        <p:origin x="2148"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035840-BC41-237B-C6FF-A8770D9FE6B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148B3BD-4147-6F03-6363-F5165414D6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4793313-7765-4585-DC66-6DF45BCD5D27}"/>
              </a:ext>
            </a:extLst>
          </p:cNvPr>
          <p:cNvSpPr>
            <a:spLocks noGrp="1"/>
          </p:cNvSpPr>
          <p:nvPr>
            <p:ph type="dt" sz="half" idx="10"/>
          </p:nvPr>
        </p:nvSpPr>
        <p:spPr/>
        <p:txBody>
          <a:bodyPr/>
          <a:lstStyle/>
          <a:p>
            <a:fld id="{71C92A3E-6031-4D49-9E84-AD801959EAAD}" type="datetimeFigureOut">
              <a:rPr lang="zh-CN" altLang="en-US" smtClean="0"/>
              <a:t>2026/1/29</a:t>
            </a:fld>
            <a:endParaRPr lang="zh-CN" altLang="en-US"/>
          </a:p>
        </p:txBody>
      </p:sp>
      <p:sp>
        <p:nvSpPr>
          <p:cNvPr id="5" name="页脚占位符 4">
            <a:extLst>
              <a:ext uri="{FF2B5EF4-FFF2-40B4-BE49-F238E27FC236}">
                <a16:creationId xmlns:a16="http://schemas.microsoft.com/office/drawing/2014/main" id="{B463190F-33BE-05B4-7A17-22AC5EE3991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7776109-6D16-1EEC-8F9E-3ADC99B47673}"/>
              </a:ext>
            </a:extLst>
          </p:cNvPr>
          <p:cNvSpPr>
            <a:spLocks noGrp="1"/>
          </p:cNvSpPr>
          <p:nvPr>
            <p:ph type="sldNum" sz="quarter" idx="12"/>
          </p:nvPr>
        </p:nvSpPr>
        <p:spPr/>
        <p:txBody>
          <a:bodyPr/>
          <a:lstStyle/>
          <a:p>
            <a:fld id="{D2A87E90-7C32-4C18-B71A-CC0CE9A3F0D0}" type="slidenum">
              <a:rPr lang="zh-CN" altLang="en-US" smtClean="0"/>
              <a:t>‹#›</a:t>
            </a:fld>
            <a:endParaRPr lang="zh-CN" altLang="en-US"/>
          </a:p>
        </p:txBody>
      </p:sp>
    </p:spTree>
    <p:extLst>
      <p:ext uri="{BB962C8B-B14F-4D97-AF65-F5344CB8AC3E}">
        <p14:creationId xmlns:p14="http://schemas.microsoft.com/office/powerpoint/2010/main" val="1360175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D54ACB-E36E-C1E1-4A82-40037090546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244683E-F26D-F666-A74B-66764DA4736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BF3C2AB-AB8F-7167-BD06-5834DC14E5E3}"/>
              </a:ext>
            </a:extLst>
          </p:cNvPr>
          <p:cNvSpPr>
            <a:spLocks noGrp="1"/>
          </p:cNvSpPr>
          <p:nvPr>
            <p:ph type="dt" sz="half" idx="10"/>
          </p:nvPr>
        </p:nvSpPr>
        <p:spPr/>
        <p:txBody>
          <a:bodyPr/>
          <a:lstStyle/>
          <a:p>
            <a:fld id="{71C92A3E-6031-4D49-9E84-AD801959EAAD}" type="datetimeFigureOut">
              <a:rPr lang="zh-CN" altLang="en-US" smtClean="0"/>
              <a:t>2026/1/29</a:t>
            </a:fld>
            <a:endParaRPr lang="zh-CN" altLang="en-US"/>
          </a:p>
        </p:txBody>
      </p:sp>
      <p:sp>
        <p:nvSpPr>
          <p:cNvPr id="5" name="页脚占位符 4">
            <a:extLst>
              <a:ext uri="{FF2B5EF4-FFF2-40B4-BE49-F238E27FC236}">
                <a16:creationId xmlns:a16="http://schemas.microsoft.com/office/drawing/2014/main" id="{B3234B15-CCB6-A0AA-444A-7628DE354A6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0A0F271-C0E4-3917-1031-4894AA619B05}"/>
              </a:ext>
            </a:extLst>
          </p:cNvPr>
          <p:cNvSpPr>
            <a:spLocks noGrp="1"/>
          </p:cNvSpPr>
          <p:nvPr>
            <p:ph type="sldNum" sz="quarter" idx="12"/>
          </p:nvPr>
        </p:nvSpPr>
        <p:spPr/>
        <p:txBody>
          <a:bodyPr/>
          <a:lstStyle/>
          <a:p>
            <a:fld id="{D2A87E90-7C32-4C18-B71A-CC0CE9A3F0D0}" type="slidenum">
              <a:rPr lang="zh-CN" altLang="en-US" smtClean="0"/>
              <a:t>‹#›</a:t>
            </a:fld>
            <a:endParaRPr lang="zh-CN" altLang="en-US"/>
          </a:p>
        </p:txBody>
      </p:sp>
    </p:spTree>
    <p:extLst>
      <p:ext uri="{BB962C8B-B14F-4D97-AF65-F5344CB8AC3E}">
        <p14:creationId xmlns:p14="http://schemas.microsoft.com/office/powerpoint/2010/main" val="3156272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93AB3C-7BBF-EFD2-6295-C731C06A19A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62DB68C-9BBD-12CE-AE3D-ED02CCA3EE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8AE5C10-779C-CFCC-3C66-EBE58E4EF7B3}"/>
              </a:ext>
            </a:extLst>
          </p:cNvPr>
          <p:cNvSpPr>
            <a:spLocks noGrp="1"/>
          </p:cNvSpPr>
          <p:nvPr>
            <p:ph type="dt" sz="half" idx="10"/>
          </p:nvPr>
        </p:nvSpPr>
        <p:spPr/>
        <p:txBody>
          <a:bodyPr/>
          <a:lstStyle/>
          <a:p>
            <a:fld id="{71C92A3E-6031-4D49-9E84-AD801959EAAD}" type="datetimeFigureOut">
              <a:rPr lang="zh-CN" altLang="en-US" smtClean="0"/>
              <a:t>2026/1/29</a:t>
            </a:fld>
            <a:endParaRPr lang="zh-CN" altLang="en-US"/>
          </a:p>
        </p:txBody>
      </p:sp>
      <p:sp>
        <p:nvSpPr>
          <p:cNvPr id="5" name="页脚占位符 4">
            <a:extLst>
              <a:ext uri="{FF2B5EF4-FFF2-40B4-BE49-F238E27FC236}">
                <a16:creationId xmlns:a16="http://schemas.microsoft.com/office/drawing/2014/main" id="{82002384-2E84-B903-C961-4FCE2DD5BB1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40747C3-AC10-8B73-8FAD-8F4DCEA795F7}"/>
              </a:ext>
            </a:extLst>
          </p:cNvPr>
          <p:cNvSpPr>
            <a:spLocks noGrp="1"/>
          </p:cNvSpPr>
          <p:nvPr>
            <p:ph type="sldNum" sz="quarter" idx="12"/>
          </p:nvPr>
        </p:nvSpPr>
        <p:spPr/>
        <p:txBody>
          <a:bodyPr/>
          <a:lstStyle/>
          <a:p>
            <a:fld id="{D2A87E90-7C32-4C18-B71A-CC0CE9A3F0D0}" type="slidenum">
              <a:rPr lang="zh-CN" altLang="en-US" smtClean="0"/>
              <a:t>‹#›</a:t>
            </a:fld>
            <a:endParaRPr lang="zh-CN" altLang="en-US"/>
          </a:p>
        </p:txBody>
      </p:sp>
    </p:spTree>
    <p:extLst>
      <p:ext uri="{BB962C8B-B14F-4D97-AF65-F5344CB8AC3E}">
        <p14:creationId xmlns:p14="http://schemas.microsoft.com/office/powerpoint/2010/main" val="1749226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1199E4-2439-0751-D4B5-4320C0546BF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D03B136-0CAA-147D-44E3-52148FBA352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CACFE42-8F0A-70B7-3B15-FAD73DE5554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3969904-5837-F598-70A8-0EF6569DB1E7}"/>
              </a:ext>
            </a:extLst>
          </p:cNvPr>
          <p:cNvSpPr>
            <a:spLocks noGrp="1"/>
          </p:cNvSpPr>
          <p:nvPr>
            <p:ph type="dt" sz="half" idx="10"/>
          </p:nvPr>
        </p:nvSpPr>
        <p:spPr/>
        <p:txBody>
          <a:bodyPr/>
          <a:lstStyle/>
          <a:p>
            <a:fld id="{71C92A3E-6031-4D49-9E84-AD801959EAAD}" type="datetimeFigureOut">
              <a:rPr lang="zh-CN" altLang="en-US" smtClean="0"/>
              <a:t>2026/1/29</a:t>
            </a:fld>
            <a:endParaRPr lang="zh-CN" altLang="en-US"/>
          </a:p>
        </p:txBody>
      </p:sp>
      <p:sp>
        <p:nvSpPr>
          <p:cNvPr id="6" name="页脚占位符 5">
            <a:extLst>
              <a:ext uri="{FF2B5EF4-FFF2-40B4-BE49-F238E27FC236}">
                <a16:creationId xmlns:a16="http://schemas.microsoft.com/office/drawing/2014/main" id="{B5843D23-1B58-3223-74C7-B2575629F6B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C282972-8013-5DC2-358C-3482E552E8FB}"/>
              </a:ext>
            </a:extLst>
          </p:cNvPr>
          <p:cNvSpPr>
            <a:spLocks noGrp="1"/>
          </p:cNvSpPr>
          <p:nvPr>
            <p:ph type="sldNum" sz="quarter" idx="12"/>
          </p:nvPr>
        </p:nvSpPr>
        <p:spPr/>
        <p:txBody>
          <a:bodyPr/>
          <a:lstStyle/>
          <a:p>
            <a:fld id="{D2A87E90-7C32-4C18-B71A-CC0CE9A3F0D0}" type="slidenum">
              <a:rPr lang="zh-CN" altLang="en-US" smtClean="0"/>
              <a:t>‹#›</a:t>
            </a:fld>
            <a:endParaRPr lang="zh-CN" altLang="en-US"/>
          </a:p>
        </p:txBody>
      </p:sp>
    </p:spTree>
    <p:extLst>
      <p:ext uri="{BB962C8B-B14F-4D97-AF65-F5344CB8AC3E}">
        <p14:creationId xmlns:p14="http://schemas.microsoft.com/office/powerpoint/2010/main" val="3956885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860EB2-619F-71A1-32F5-7AA4D4E5CEF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3A8DD5C-7D55-5BFB-815E-C9562FBD9E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4EFBEC2-39DD-E9E8-6402-A907FB18A2B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9064D9D-7625-66B4-B952-D8EEADCEBD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7CEC903-800B-B974-8C32-E1435572750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C18E084-0DA4-F709-620E-23A2E2D090D3}"/>
              </a:ext>
            </a:extLst>
          </p:cNvPr>
          <p:cNvSpPr>
            <a:spLocks noGrp="1"/>
          </p:cNvSpPr>
          <p:nvPr>
            <p:ph type="dt" sz="half" idx="10"/>
          </p:nvPr>
        </p:nvSpPr>
        <p:spPr/>
        <p:txBody>
          <a:bodyPr/>
          <a:lstStyle/>
          <a:p>
            <a:fld id="{71C92A3E-6031-4D49-9E84-AD801959EAAD}" type="datetimeFigureOut">
              <a:rPr lang="zh-CN" altLang="en-US" smtClean="0"/>
              <a:t>2026/1/29</a:t>
            </a:fld>
            <a:endParaRPr lang="zh-CN" altLang="en-US"/>
          </a:p>
        </p:txBody>
      </p:sp>
      <p:sp>
        <p:nvSpPr>
          <p:cNvPr id="8" name="页脚占位符 7">
            <a:extLst>
              <a:ext uri="{FF2B5EF4-FFF2-40B4-BE49-F238E27FC236}">
                <a16:creationId xmlns:a16="http://schemas.microsoft.com/office/drawing/2014/main" id="{21332A9F-C632-1128-54BC-FFAACFB8E27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C0CD98E-4E31-70FC-3EE0-0B879E02EFA9}"/>
              </a:ext>
            </a:extLst>
          </p:cNvPr>
          <p:cNvSpPr>
            <a:spLocks noGrp="1"/>
          </p:cNvSpPr>
          <p:nvPr>
            <p:ph type="sldNum" sz="quarter" idx="12"/>
          </p:nvPr>
        </p:nvSpPr>
        <p:spPr/>
        <p:txBody>
          <a:bodyPr/>
          <a:lstStyle/>
          <a:p>
            <a:fld id="{D2A87E90-7C32-4C18-B71A-CC0CE9A3F0D0}" type="slidenum">
              <a:rPr lang="zh-CN" altLang="en-US" smtClean="0"/>
              <a:t>‹#›</a:t>
            </a:fld>
            <a:endParaRPr lang="zh-CN" altLang="en-US"/>
          </a:p>
        </p:txBody>
      </p:sp>
    </p:spTree>
    <p:extLst>
      <p:ext uri="{BB962C8B-B14F-4D97-AF65-F5344CB8AC3E}">
        <p14:creationId xmlns:p14="http://schemas.microsoft.com/office/powerpoint/2010/main" val="636910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466D87-6FB6-99F4-9A9D-BD33B761EAC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34352F5-6F1C-9108-2408-EA633B00522C}"/>
              </a:ext>
            </a:extLst>
          </p:cNvPr>
          <p:cNvSpPr>
            <a:spLocks noGrp="1"/>
          </p:cNvSpPr>
          <p:nvPr>
            <p:ph type="dt" sz="half" idx="10"/>
          </p:nvPr>
        </p:nvSpPr>
        <p:spPr/>
        <p:txBody>
          <a:bodyPr/>
          <a:lstStyle/>
          <a:p>
            <a:fld id="{71C92A3E-6031-4D49-9E84-AD801959EAAD}" type="datetimeFigureOut">
              <a:rPr lang="zh-CN" altLang="en-US" smtClean="0"/>
              <a:t>2026/1/29</a:t>
            </a:fld>
            <a:endParaRPr lang="zh-CN" altLang="en-US"/>
          </a:p>
        </p:txBody>
      </p:sp>
      <p:sp>
        <p:nvSpPr>
          <p:cNvPr id="4" name="页脚占位符 3">
            <a:extLst>
              <a:ext uri="{FF2B5EF4-FFF2-40B4-BE49-F238E27FC236}">
                <a16:creationId xmlns:a16="http://schemas.microsoft.com/office/drawing/2014/main" id="{07EC834E-3688-8CCF-0F12-9587EC7702F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56201BB-A828-CAE5-3FDA-FF06D963EF7F}"/>
              </a:ext>
            </a:extLst>
          </p:cNvPr>
          <p:cNvSpPr>
            <a:spLocks noGrp="1"/>
          </p:cNvSpPr>
          <p:nvPr>
            <p:ph type="sldNum" sz="quarter" idx="12"/>
          </p:nvPr>
        </p:nvSpPr>
        <p:spPr/>
        <p:txBody>
          <a:bodyPr/>
          <a:lstStyle/>
          <a:p>
            <a:fld id="{D2A87E90-7C32-4C18-B71A-CC0CE9A3F0D0}" type="slidenum">
              <a:rPr lang="zh-CN" altLang="en-US" smtClean="0"/>
              <a:t>‹#›</a:t>
            </a:fld>
            <a:endParaRPr lang="zh-CN" altLang="en-US"/>
          </a:p>
        </p:txBody>
      </p:sp>
    </p:spTree>
    <p:extLst>
      <p:ext uri="{BB962C8B-B14F-4D97-AF65-F5344CB8AC3E}">
        <p14:creationId xmlns:p14="http://schemas.microsoft.com/office/powerpoint/2010/main" val="868965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EF4D5D0-861A-F5AC-7236-FD542E8198E5}"/>
              </a:ext>
            </a:extLst>
          </p:cNvPr>
          <p:cNvSpPr>
            <a:spLocks noGrp="1"/>
          </p:cNvSpPr>
          <p:nvPr>
            <p:ph type="dt" sz="half" idx="10"/>
          </p:nvPr>
        </p:nvSpPr>
        <p:spPr/>
        <p:txBody>
          <a:bodyPr/>
          <a:lstStyle/>
          <a:p>
            <a:fld id="{71C92A3E-6031-4D49-9E84-AD801959EAAD}" type="datetimeFigureOut">
              <a:rPr lang="zh-CN" altLang="en-US" smtClean="0"/>
              <a:t>2026/1/29</a:t>
            </a:fld>
            <a:endParaRPr lang="zh-CN" altLang="en-US"/>
          </a:p>
        </p:txBody>
      </p:sp>
      <p:sp>
        <p:nvSpPr>
          <p:cNvPr id="3" name="页脚占位符 2">
            <a:extLst>
              <a:ext uri="{FF2B5EF4-FFF2-40B4-BE49-F238E27FC236}">
                <a16:creationId xmlns:a16="http://schemas.microsoft.com/office/drawing/2014/main" id="{EF2E8DF2-8762-CDC2-CB08-AF337A62C70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6975DCC-603C-ACA5-7225-440E1B761ACC}"/>
              </a:ext>
            </a:extLst>
          </p:cNvPr>
          <p:cNvSpPr>
            <a:spLocks noGrp="1"/>
          </p:cNvSpPr>
          <p:nvPr>
            <p:ph type="sldNum" sz="quarter" idx="12"/>
          </p:nvPr>
        </p:nvSpPr>
        <p:spPr/>
        <p:txBody>
          <a:bodyPr/>
          <a:lstStyle/>
          <a:p>
            <a:fld id="{D2A87E90-7C32-4C18-B71A-CC0CE9A3F0D0}" type="slidenum">
              <a:rPr lang="zh-CN" altLang="en-US" smtClean="0"/>
              <a:t>‹#›</a:t>
            </a:fld>
            <a:endParaRPr lang="zh-CN" altLang="en-US"/>
          </a:p>
        </p:txBody>
      </p:sp>
    </p:spTree>
    <p:extLst>
      <p:ext uri="{BB962C8B-B14F-4D97-AF65-F5344CB8AC3E}">
        <p14:creationId xmlns:p14="http://schemas.microsoft.com/office/powerpoint/2010/main" val="4050820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73EF28-363D-2961-BD37-2CF02657792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5E7708E-26AB-09E8-DE8D-96D7155E85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2025612-DDAB-A7A0-BC5A-7781CF7192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F122EF-1422-319F-C6FA-8C394CD4505A}"/>
              </a:ext>
            </a:extLst>
          </p:cNvPr>
          <p:cNvSpPr>
            <a:spLocks noGrp="1"/>
          </p:cNvSpPr>
          <p:nvPr>
            <p:ph type="dt" sz="half" idx="10"/>
          </p:nvPr>
        </p:nvSpPr>
        <p:spPr/>
        <p:txBody>
          <a:bodyPr/>
          <a:lstStyle/>
          <a:p>
            <a:fld id="{71C92A3E-6031-4D49-9E84-AD801959EAAD}" type="datetimeFigureOut">
              <a:rPr lang="zh-CN" altLang="en-US" smtClean="0"/>
              <a:t>2026/1/29</a:t>
            </a:fld>
            <a:endParaRPr lang="zh-CN" altLang="en-US"/>
          </a:p>
        </p:txBody>
      </p:sp>
      <p:sp>
        <p:nvSpPr>
          <p:cNvPr id="6" name="页脚占位符 5">
            <a:extLst>
              <a:ext uri="{FF2B5EF4-FFF2-40B4-BE49-F238E27FC236}">
                <a16:creationId xmlns:a16="http://schemas.microsoft.com/office/drawing/2014/main" id="{9C6E10AD-8530-DF19-6ED5-468425991A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12C1B15-E17D-89C4-426B-B8C41D50C676}"/>
              </a:ext>
            </a:extLst>
          </p:cNvPr>
          <p:cNvSpPr>
            <a:spLocks noGrp="1"/>
          </p:cNvSpPr>
          <p:nvPr>
            <p:ph type="sldNum" sz="quarter" idx="12"/>
          </p:nvPr>
        </p:nvSpPr>
        <p:spPr/>
        <p:txBody>
          <a:bodyPr/>
          <a:lstStyle/>
          <a:p>
            <a:fld id="{D2A87E90-7C32-4C18-B71A-CC0CE9A3F0D0}" type="slidenum">
              <a:rPr lang="zh-CN" altLang="en-US" smtClean="0"/>
              <a:t>‹#›</a:t>
            </a:fld>
            <a:endParaRPr lang="zh-CN" altLang="en-US"/>
          </a:p>
        </p:txBody>
      </p:sp>
    </p:spTree>
    <p:extLst>
      <p:ext uri="{BB962C8B-B14F-4D97-AF65-F5344CB8AC3E}">
        <p14:creationId xmlns:p14="http://schemas.microsoft.com/office/powerpoint/2010/main" val="283855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87411A-451C-1C9F-2EA8-89957565D02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265EFB7-A7E4-7504-D75C-CFA03ECB57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F34B49F-E2A4-7218-531A-72842776A2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61202B5-0D5C-545C-92D0-509A94908F14}"/>
              </a:ext>
            </a:extLst>
          </p:cNvPr>
          <p:cNvSpPr>
            <a:spLocks noGrp="1"/>
          </p:cNvSpPr>
          <p:nvPr>
            <p:ph type="dt" sz="half" idx="10"/>
          </p:nvPr>
        </p:nvSpPr>
        <p:spPr/>
        <p:txBody>
          <a:bodyPr/>
          <a:lstStyle/>
          <a:p>
            <a:fld id="{71C92A3E-6031-4D49-9E84-AD801959EAAD}" type="datetimeFigureOut">
              <a:rPr lang="zh-CN" altLang="en-US" smtClean="0"/>
              <a:t>2026/1/29</a:t>
            </a:fld>
            <a:endParaRPr lang="zh-CN" altLang="en-US"/>
          </a:p>
        </p:txBody>
      </p:sp>
      <p:sp>
        <p:nvSpPr>
          <p:cNvPr id="6" name="页脚占位符 5">
            <a:extLst>
              <a:ext uri="{FF2B5EF4-FFF2-40B4-BE49-F238E27FC236}">
                <a16:creationId xmlns:a16="http://schemas.microsoft.com/office/drawing/2014/main" id="{F416C8AA-B1F0-9668-1EAC-60F40282389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116764B-FCEC-3B9E-D209-20371A8EBF5B}"/>
              </a:ext>
            </a:extLst>
          </p:cNvPr>
          <p:cNvSpPr>
            <a:spLocks noGrp="1"/>
          </p:cNvSpPr>
          <p:nvPr>
            <p:ph type="sldNum" sz="quarter" idx="12"/>
          </p:nvPr>
        </p:nvSpPr>
        <p:spPr/>
        <p:txBody>
          <a:bodyPr/>
          <a:lstStyle/>
          <a:p>
            <a:fld id="{D2A87E90-7C32-4C18-B71A-CC0CE9A3F0D0}" type="slidenum">
              <a:rPr lang="zh-CN" altLang="en-US" smtClean="0"/>
              <a:t>‹#›</a:t>
            </a:fld>
            <a:endParaRPr lang="zh-CN" altLang="en-US"/>
          </a:p>
        </p:txBody>
      </p:sp>
    </p:spTree>
    <p:extLst>
      <p:ext uri="{BB962C8B-B14F-4D97-AF65-F5344CB8AC3E}">
        <p14:creationId xmlns:p14="http://schemas.microsoft.com/office/powerpoint/2010/main" val="815851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5D081D-8C93-DD07-E186-61940E84DF6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CEB0653-86B2-A39A-F598-0BEBC83CDB8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57D1591-8EC8-61F9-86F5-CC760CF57D9D}"/>
              </a:ext>
            </a:extLst>
          </p:cNvPr>
          <p:cNvSpPr>
            <a:spLocks noGrp="1"/>
          </p:cNvSpPr>
          <p:nvPr>
            <p:ph type="dt" sz="half" idx="10"/>
          </p:nvPr>
        </p:nvSpPr>
        <p:spPr/>
        <p:txBody>
          <a:bodyPr/>
          <a:lstStyle/>
          <a:p>
            <a:fld id="{71C92A3E-6031-4D49-9E84-AD801959EAAD}" type="datetimeFigureOut">
              <a:rPr lang="zh-CN" altLang="en-US" smtClean="0"/>
              <a:t>2026/1/29</a:t>
            </a:fld>
            <a:endParaRPr lang="zh-CN" altLang="en-US"/>
          </a:p>
        </p:txBody>
      </p:sp>
      <p:sp>
        <p:nvSpPr>
          <p:cNvPr id="5" name="页脚占位符 4">
            <a:extLst>
              <a:ext uri="{FF2B5EF4-FFF2-40B4-BE49-F238E27FC236}">
                <a16:creationId xmlns:a16="http://schemas.microsoft.com/office/drawing/2014/main" id="{570CD84C-084A-3F10-418E-8FDCF871C45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0F099B0-9202-4CF4-C52D-BFCF7B105422}"/>
              </a:ext>
            </a:extLst>
          </p:cNvPr>
          <p:cNvSpPr>
            <a:spLocks noGrp="1"/>
          </p:cNvSpPr>
          <p:nvPr>
            <p:ph type="sldNum" sz="quarter" idx="12"/>
          </p:nvPr>
        </p:nvSpPr>
        <p:spPr/>
        <p:txBody>
          <a:bodyPr/>
          <a:lstStyle/>
          <a:p>
            <a:fld id="{D2A87E90-7C32-4C18-B71A-CC0CE9A3F0D0}" type="slidenum">
              <a:rPr lang="zh-CN" altLang="en-US" smtClean="0"/>
              <a:t>‹#›</a:t>
            </a:fld>
            <a:endParaRPr lang="zh-CN" altLang="en-US"/>
          </a:p>
        </p:txBody>
      </p:sp>
    </p:spTree>
    <p:extLst>
      <p:ext uri="{BB962C8B-B14F-4D97-AF65-F5344CB8AC3E}">
        <p14:creationId xmlns:p14="http://schemas.microsoft.com/office/powerpoint/2010/main" val="2606340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AFB0BC2-F718-8DC3-AC3D-68F6F88B792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09F9A22-CCEC-FF7B-327D-A7ECF6C8F6E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F78761-6C00-0539-D199-13E31BB86549}"/>
              </a:ext>
            </a:extLst>
          </p:cNvPr>
          <p:cNvSpPr>
            <a:spLocks noGrp="1"/>
          </p:cNvSpPr>
          <p:nvPr>
            <p:ph type="dt" sz="half" idx="10"/>
          </p:nvPr>
        </p:nvSpPr>
        <p:spPr/>
        <p:txBody>
          <a:bodyPr/>
          <a:lstStyle/>
          <a:p>
            <a:fld id="{71C92A3E-6031-4D49-9E84-AD801959EAAD}" type="datetimeFigureOut">
              <a:rPr lang="zh-CN" altLang="en-US" smtClean="0"/>
              <a:t>2026/1/29</a:t>
            </a:fld>
            <a:endParaRPr lang="zh-CN" altLang="en-US"/>
          </a:p>
        </p:txBody>
      </p:sp>
      <p:sp>
        <p:nvSpPr>
          <p:cNvPr id="5" name="页脚占位符 4">
            <a:extLst>
              <a:ext uri="{FF2B5EF4-FFF2-40B4-BE49-F238E27FC236}">
                <a16:creationId xmlns:a16="http://schemas.microsoft.com/office/drawing/2014/main" id="{D64FE382-2F05-3931-63B4-78134E0C412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DBDCA47-8E5E-2F78-39C7-1A1085958168}"/>
              </a:ext>
            </a:extLst>
          </p:cNvPr>
          <p:cNvSpPr>
            <a:spLocks noGrp="1"/>
          </p:cNvSpPr>
          <p:nvPr>
            <p:ph type="sldNum" sz="quarter" idx="12"/>
          </p:nvPr>
        </p:nvSpPr>
        <p:spPr/>
        <p:txBody>
          <a:bodyPr/>
          <a:lstStyle/>
          <a:p>
            <a:fld id="{D2A87E90-7C32-4C18-B71A-CC0CE9A3F0D0}" type="slidenum">
              <a:rPr lang="zh-CN" altLang="en-US" smtClean="0"/>
              <a:t>‹#›</a:t>
            </a:fld>
            <a:endParaRPr lang="zh-CN" altLang="en-US"/>
          </a:p>
        </p:txBody>
      </p:sp>
    </p:spTree>
    <p:extLst>
      <p:ext uri="{BB962C8B-B14F-4D97-AF65-F5344CB8AC3E}">
        <p14:creationId xmlns:p14="http://schemas.microsoft.com/office/powerpoint/2010/main" val="764005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5C4174A-DB6D-7F6B-E507-09586AE0DB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B07F4E1-E297-E120-D5F6-D04F8055B5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DE9D623-EB15-91C5-51D7-11BA7E3D47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C92A3E-6031-4D49-9E84-AD801959EAAD}" type="datetimeFigureOut">
              <a:rPr lang="zh-CN" altLang="en-US" smtClean="0"/>
              <a:t>2026/1/29</a:t>
            </a:fld>
            <a:endParaRPr lang="zh-CN" altLang="en-US"/>
          </a:p>
        </p:txBody>
      </p:sp>
      <p:sp>
        <p:nvSpPr>
          <p:cNvPr id="5" name="页脚占位符 4">
            <a:extLst>
              <a:ext uri="{FF2B5EF4-FFF2-40B4-BE49-F238E27FC236}">
                <a16:creationId xmlns:a16="http://schemas.microsoft.com/office/drawing/2014/main" id="{C8C70EA6-34AA-7008-48AF-1BC98750DE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44077118-66DE-1B7B-8569-AFA4469702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A87E90-7C32-4C18-B71A-CC0CE9A3F0D0}" type="slidenum">
              <a:rPr lang="zh-CN" altLang="en-US" smtClean="0"/>
              <a:t>‹#›</a:t>
            </a:fld>
            <a:endParaRPr lang="zh-CN" altLang="en-US"/>
          </a:p>
        </p:txBody>
      </p:sp>
    </p:spTree>
    <p:extLst>
      <p:ext uri="{BB962C8B-B14F-4D97-AF65-F5344CB8AC3E}">
        <p14:creationId xmlns:p14="http://schemas.microsoft.com/office/powerpoint/2010/main" val="1851515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svg"/><Relationship Id="rId21" Type="http://schemas.openxmlformats.org/officeDocument/2006/relationships/image" Target="../media/image20.png"/><Relationship Id="rId34" Type="http://schemas.openxmlformats.org/officeDocument/2006/relationships/image" Target="../media/image33.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image" Target="../media/image32.pn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jpeg"/><Relationship Id="rId29"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3.png"/><Relationship Id="rId32" Type="http://schemas.openxmlformats.org/officeDocument/2006/relationships/image" Target="../media/image31.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png"/><Relationship Id="rId36" Type="http://schemas.openxmlformats.org/officeDocument/2006/relationships/image" Target="../media/image35.png"/><Relationship Id="rId10" Type="http://schemas.openxmlformats.org/officeDocument/2006/relationships/image" Target="../media/image9.png"/><Relationship Id="rId19" Type="http://schemas.openxmlformats.org/officeDocument/2006/relationships/image" Target="../media/image18.png"/><Relationship Id="rId31" Type="http://schemas.openxmlformats.org/officeDocument/2006/relationships/image" Target="../media/image30.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png"/><Relationship Id="rId30" Type="http://schemas.openxmlformats.org/officeDocument/2006/relationships/image" Target="../media/image29.png"/><Relationship Id="rId35" Type="http://schemas.openxmlformats.org/officeDocument/2006/relationships/image" Target="../media/image34.png"/><Relationship Id="rId8"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2.sv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png"/><Relationship Id="rId2" Type="http://schemas.openxmlformats.org/officeDocument/2006/relationships/image" Target="../media/image3.png"/><Relationship Id="rId16"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19" Type="http://schemas.openxmlformats.org/officeDocument/2006/relationships/image" Target="../media/image19.jpe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12CF5C5F-D72B-01A0-9161-E3372C1D0878}"/>
              </a:ext>
            </a:extLst>
          </p:cNvPr>
          <p:cNvSpPr/>
          <p:nvPr/>
        </p:nvSpPr>
        <p:spPr>
          <a:xfrm>
            <a:off x="-6513" y="0"/>
            <a:ext cx="12191998" cy="849573"/>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流程图: 合并 103">
            <a:extLst>
              <a:ext uri="{FF2B5EF4-FFF2-40B4-BE49-F238E27FC236}">
                <a16:creationId xmlns:a16="http://schemas.microsoft.com/office/drawing/2014/main" id="{8048DBB0-9645-5184-6D9D-83F8C8E33FCA}"/>
              </a:ext>
            </a:extLst>
          </p:cNvPr>
          <p:cNvSpPr/>
          <p:nvPr/>
        </p:nvSpPr>
        <p:spPr>
          <a:xfrm rot="16200000">
            <a:off x="43607"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流程图: 可选过程 104">
            <a:extLst>
              <a:ext uri="{FF2B5EF4-FFF2-40B4-BE49-F238E27FC236}">
                <a16:creationId xmlns:a16="http://schemas.microsoft.com/office/drawing/2014/main" id="{BD04D488-BBC1-C456-528C-F54711AD3DF2}"/>
              </a:ext>
            </a:extLst>
          </p:cNvPr>
          <p:cNvSpPr/>
          <p:nvPr/>
        </p:nvSpPr>
        <p:spPr>
          <a:xfrm>
            <a:off x="225798" y="1050826"/>
            <a:ext cx="2985419" cy="279400"/>
          </a:xfrm>
          <a:prstGeom prst="flowChartAlternateProcess">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400" b="0" i="0" u="none" strike="noStrike" cap="none" normalizeH="0" baseline="0" dirty="0">
                <a:ln>
                  <a:noFill/>
                </a:ln>
                <a:solidFill>
                  <a:schemeClr val="tx1"/>
                </a:solidFill>
                <a:effectLst/>
                <a:latin typeface="Arial" panose="020B0604020202020204" pitchFamily="34" charset="0"/>
              </a:rPr>
              <a:t>Uniform Sampling of Video Frames</a:t>
            </a:r>
          </a:p>
        </p:txBody>
      </p:sp>
      <p:sp>
        <p:nvSpPr>
          <p:cNvPr id="106" name="流程图: 可选过程 105">
            <a:extLst>
              <a:ext uri="{FF2B5EF4-FFF2-40B4-BE49-F238E27FC236}">
                <a16:creationId xmlns:a16="http://schemas.microsoft.com/office/drawing/2014/main" id="{3E32F22A-A606-3DF5-C46C-58AAC1BB5C17}"/>
              </a:ext>
            </a:extLst>
          </p:cNvPr>
          <p:cNvSpPr/>
          <p:nvPr/>
        </p:nvSpPr>
        <p:spPr>
          <a:xfrm>
            <a:off x="3782243" y="1037331"/>
            <a:ext cx="2706054" cy="307912"/>
          </a:xfrm>
          <a:prstGeom prst="flowChartAlternateProcess">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zh-CN" altLang="zh-CN" sz="1400" b="0" i="0" u="none" strike="noStrike" cap="none" normalizeH="0" baseline="0" dirty="0">
                <a:ln>
                  <a:noFill/>
                </a:ln>
                <a:solidFill>
                  <a:schemeClr val="tx1"/>
                </a:solidFill>
                <a:effectLst/>
                <a:latin typeface="Arial" panose="020B0604020202020204" pitchFamily="34" charset="0"/>
              </a:rPr>
              <a:t>Audio-to-text </a:t>
            </a:r>
            <a:r>
              <a:rPr kumimoji="0" lang="en-US" altLang="zh-CN" sz="1400" b="0" i="0" u="none" strike="noStrike" cap="none" normalizeH="0" baseline="0" dirty="0">
                <a:ln>
                  <a:noFill/>
                </a:ln>
                <a:solidFill>
                  <a:schemeClr val="tx1"/>
                </a:solidFill>
                <a:effectLst/>
                <a:latin typeface="Arial" panose="020B0604020202020204" pitchFamily="34" charset="0"/>
              </a:rPr>
              <a:t>T</a:t>
            </a:r>
            <a:r>
              <a:rPr kumimoji="0" lang="zh-CN" altLang="zh-CN" sz="1400" b="0" i="0" u="none" strike="noStrike" cap="none" normalizeH="0" baseline="0" dirty="0">
                <a:ln>
                  <a:noFill/>
                </a:ln>
                <a:solidFill>
                  <a:schemeClr val="tx1"/>
                </a:solidFill>
                <a:effectLst/>
                <a:latin typeface="Arial" panose="020B0604020202020204" pitchFamily="34" charset="0"/>
              </a:rPr>
              <a:t>ranscription</a:t>
            </a:r>
          </a:p>
        </p:txBody>
      </p:sp>
      <p:pic>
        <p:nvPicPr>
          <p:cNvPr id="110" name="图形 109" descr="头上的大脑 轮廓">
            <a:extLst>
              <a:ext uri="{FF2B5EF4-FFF2-40B4-BE49-F238E27FC236}">
                <a16:creationId xmlns:a16="http://schemas.microsoft.com/office/drawing/2014/main" id="{1D1C8446-E059-CAA4-BC85-DE51E07B2FA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6707" y="927133"/>
            <a:ext cx="776194" cy="776194"/>
          </a:xfrm>
          <a:prstGeom prst="rect">
            <a:avLst/>
          </a:prstGeom>
        </p:spPr>
      </p:pic>
      <p:sp>
        <p:nvSpPr>
          <p:cNvPr id="120" name="矩形 119">
            <a:extLst>
              <a:ext uri="{FF2B5EF4-FFF2-40B4-BE49-F238E27FC236}">
                <a16:creationId xmlns:a16="http://schemas.microsoft.com/office/drawing/2014/main" id="{9D408AF0-E7B2-9624-6A24-5DAC4CC99563}"/>
              </a:ext>
            </a:extLst>
          </p:cNvPr>
          <p:cNvSpPr/>
          <p:nvPr/>
        </p:nvSpPr>
        <p:spPr>
          <a:xfrm>
            <a:off x="-1220" y="1678048"/>
            <a:ext cx="12192000" cy="469767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1" name="矩形: 圆角 120">
            <a:extLst>
              <a:ext uri="{FF2B5EF4-FFF2-40B4-BE49-F238E27FC236}">
                <a16:creationId xmlns:a16="http://schemas.microsoft.com/office/drawing/2014/main" id="{5363F8A4-A564-EB77-8CC9-258EB4ADDED1}"/>
              </a:ext>
            </a:extLst>
          </p:cNvPr>
          <p:cNvSpPr/>
          <p:nvPr/>
        </p:nvSpPr>
        <p:spPr>
          <a:xfrm>
            <a:off x="1021053" y="1732580"/>
            <a:ext cx="11122694" cy="450441"/>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100" b="1" i="0" u="none" strike="noStrike" cap="none" normalizeH="0" baseline="0" dirty="0">
                <a:ln>
                  <a:noFill/>
                </a:ln>
                <a:solidFill>
                  <a:schemeClr val="tx1"/>
                </a:solidFill>
                <a:effectLst/>
                <a:latin typeface="Arial" panose="020B0604020202020204" pitchFamily="34" charset="0"/>
              </a:rPr>
              <a:t>Stage 1: </a:t>
            </a:r>
            <a:r>
              <a:rPr kumimoji="0" lang="zh-CN" altLang="zh-CN" sz="1100" b="1" i="0" u="none" strike="noStrike" cap="none" normalizeH="0" baseline="0" dirty="0">
                <a:ln>
                  <a:noFill/>
                </a:ln>
                <a:solidFill>
                  <a:schemeClr val="tx1"/>
                </a:solidFill>
                <a:effectLst/>
                <a:latin typeface="Arial" panose="020B0604020202020204" pitchFamily="34" charset="0"/>
              </a:rPr>
              <a:t>Objective Description</a:t>
            </a:r>
            <a:endParaRPr kumimoji="0" lang="en-US" altLang="zh-CN" sz="11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zh-CN" sz="1100" b="0" i="0" u="none" strike="noStrike" cap="none" normalizeH="0" baseline="0" dirty="0">
                <a:ln>
                  <a:noFill/>
                </a:ln>
                <a:solidFill>
                  <a:schemeClr val="accent4"/>
                </a:solidFill>
                <a:effectLst/>
                <a:latin typeface="Arial" panose="020B0604020202020204" pitchFamily="34" charset="0"/>
              </a:rPr>
              <a:t>F</a:t>
            </a:r>
            <a:r>
              <a:rPr kumimoji="0" lang="zh-CN" altLang="zh-CN" sz="1100" b="0" i="0" u="none" strike="noStrike" cap="none" normalizeH="0" baseline="0" dirty="0">
                <a:ln>
                  <a:noFill/>
                </a:ln>
                <a:solidFill>
                  <a:schemeClr val="accent4"/>
                </a:solidFill>
                <a:effectLst/>
                <a:latin typeface="Arial" panose="020B0604020202020204" pitchFamily="34" charset="0"/>
              </a:rPr>
              <a:t>rames</a:t>
            </a:r>
            <a:r>
              <a:rPr lang="en-US" altLang="zh-CN" sz="1100" dirty="0">
                <a:solidFill>
                  <a:schemeClr val="accent4"/>
                </a:solidFill>
                <a:latin typeface="Arial" panose="020B0604020202020204" pitchFamily="34" charset="0"/>
              </a:rPr>
              <a:t> </a:t>
            </a:r>
            <a:r>
              <a:rPr lang="en-US" altLang="zh-CN" sz="1100" dirty="0">
                <a:solidFill>
                  <a:schemeClr val="tx1"/>
                </a:solidFill>
                <a:latin typeface="Arial" panose="020B0604020202020204" pitchFamily="34" charset="0"/>
              </a:rPr>
              <a:t>+</a:t>
            </a:r>
            <a:r>
              <a:rPr kumimoji="0" lang="zh-CN" altLang="zh-CN" sz="1100" b="0" i="0" u="none" strike="noStrike" cap="none" normalizeH="0" baseline="0" dirty="0">
                <a:ln>
                  <a:noFill/>
                </a:ln>
                <a:solidFill>
                  <a:schemeClr val="tx1"/>
                </a:solidFill>
                <a:effectLst/>
                <a:latin typeface="Arial" panose="020B0604020202020204" pitchFamily="34" charset="0"/>
              </a:rPr>
              <a:t> </a:t>
            </a:r>
            <a:r>
              <a:rPr lang="en-US" altLang="zh-CN" sz="1100" dirty="0">
                <a:solidFill>
                  <a:schemeClr val="accent6"/>
                </a:solidFill>
                <a:latin typeface="Arial" panose="020B0604020202020204" pitchFamily="34" charset="0"/>
              </a:rPr>
              <a:t>T</a:t>
            </a:r>
            <a:r>
              <a:rPr kumimoji="0" lang="zh-CN" altLang="zh-CN" sz="1100" b="0" i="0" u="none" strike="noStrike" cap="none" normalizeH="0" baseline="0" dirty="0">
                <a:ln>
                  <a:noFill/>
                </a:ln>
                <a:solidFill>
                  <a:schemeClr val="accent6"/>
                </a:solidFill>
                <a:effectLst/>
                <a:latin typeface="Arial" panose="020B0604020202020204" pitchFamily="34" charset="0"/>
              </a:rPr>
              <a:t>ranscript</a:t>
            </a:r>
            <a:r>
              <a:rPr lang="en-US" altLang="zh-CN" sz="1100" dirty="0">
                <a:solidFill>
                  <a:schemeClr val="accent6"/>
                </a:solidFill>
                <a:latin typeface="Arial" panose="020B0604020202020204" pitchFamily="34" charset="0"/>
              </a:rPr>
              <a:t> </a:t>
            </a:r>
            <a:r>
              <a:rPr kumimoji="0" lang="en-US" altLang="zh-CN" sz="1100" b="0" i="0" u="none" strike="noStrike" cap="none" normalizeH="0" baseline="0" dirty="0">
                <a:ln>
                  <a:noFill/>
                </a:ln>
                <a:solidFill>
                  <a:schemeClr val="tx1"/>
                </a:solidFill>
                <a:effectLst/>
                <a:latin typeface="Arial" panose="020B0604020202020204" pitchFamily="34" charset="0"/>
              </a:rPr>
              <a:t>: Describe what you observe in the video frames and transcript</a:t>
            </a:r>
            <a:r>
              <a:rPr lang="en-US" altLang="zh-CN" sz="1100" dirty="0">
                <a:solidFill>
                  <a:schemeClr val="tx1"/>
                </a:solidFill>
                <a:latin typeface="Arial" panose="020B0604020202020204" pitchFamily="34" charset="0"/>
              </a:rPr>
              <a:t>. Be comprehensive and detailed; NO analysis, interpretations, or value judgments.</a:t>
            </a:r>
            <a:endParaRPr kumimoji="0" lang="zh-CN" altLang="zh-CN" sz="1100" b="0" i="0" u="none" strike="noStrike" cap="none" normalizeH="0" baseline="0" dirty="0">
              <a:ln>
                <a:noFill/>
              </a:ln>
              <a:solidFill>
                <a:schemeClr val="tx1"/>
              </a:solidFill>
              <a:effectLst/>
              <a:latin typeface="Arial" panose="020B0604020202020204" pitchFamily="34" charset="0"/>
            </a:endParaRPr>
          </a:p>
        </p:txBody>
      </p:sp>
      <p:sp>
        <p:nvSpPr>
          <p:cNvPr id="129" name="矩形: 圆角 128">
            <a:extLst>
              <a:ext uri="{FF2B5EF4-FFF2-40B4-BE49-F238E27FC236}">
                <a16:creationId xmlns:a16="http://schemas.microsoft.com/office/drawing/2014/main" id="{A66CFF02-90E8-AEEB-392B-BD7A2E12CA80}"/>
              </a:ext>
            </a:extLst>
          </p:cNvPr>
          <p:cNvSpPr/>
          <p:nvPr/>
        </p:nvSpPr>
        <p:spPr>
          <a:xfrm>
            <a:off x="1034216" y="2825151"/>
            <a:ext cx="11116791" cy="520062"/>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100" b="1" i="0" u="none" strike="noStrike" cap="none" normalizeH="0" baseline="0" dirty="0">
                <a:ln>
                  <a:noFill/>
                </a:ln>
                <a:solidFill>
                  <a:schemeClr val="tx1"/>
                </a:solidFill>
                <a:effectLst/>
                <a:latin typeface="Arial" panose="020B0604020202020204" pitchFamily="34" charset="0"/>
              </a:rPr>
              <a:t>Stage 2: Hate Content Hypothesis Inference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100" b="0" i="0" u="none" strike="noStrike" cap="none" normalizeH="0" baseline="0" dirty="0">
                <a:ln>
                  <a:noFill/>
                </a:ln>
                <a:solidFill>
                  <a:schemeClr val="accent4"/>
                </a:solidFill>
                <a:effectLst/>
                <a:latin typeface="Arial" panose="020B0604020202020204" pitchFamily="34" charset="0"/>
              </a:rPr>
              <a:t>F</a:t>
            </a:r>
            <a:r>
              <a:rPr kumimoji="0" lang="zh-CN" altLang="zh-CN" sz="1100" b="0" i="0" u="none" strike="noStrike" cap="none" normalizeH="0" baseline="0" dirty="0">
                <a:ln>
                  <a:noFill/>
                </a:ln>
                <a:solidFill>
                  <a:schemeClr val="accent4"/>
                </a:solidFill>
                <a:effectLst/>
                <a:latin typeface="Arial" panose="020B0604020202020204" pitchFamily="34" charset="0"/>
              </a:rPr>
              <a:t>rames </a:t>
            </a:r>
            <a:r>
              <a:rPr lang="en-US" altLang="zh-CN" sz="1100" dirty="0">
                <a:solidFill>
                  <a:schemeClr val="tx1"/>
                </a:solidFill>
                <a:latin typeface="Arial" panose="020B0604020202020204" pitchFamily="34" charset="0"/>
              </a:rPr>
              <a:t>+</a:t>
            </a:r>
            <a:r>
              <a:rPr kumimoji="0" lang="zh-CN" altLang="zh-CN" sz="1100" b="0" i="0" u="none" strike="noStrike" cap="none" normalizeH="0" baseline="0" dirty="0">
                <a:ln>
                  <a:noFill/>
                </a:ln>
                <a:solidFill>
                  <a:schemeClr val="tx1"/>
                </a:solidFill>
                <a:effectLst/>
                <a:latin typeface="Arial" panose="020B0604020202020204" pitchFamily="34" charset="0"/>
              </a:rPr>
              <a:t> </a:t>
            </a:r>
            <a:r>
              <a:rPr lang="en-US" altLang="zh-CN" sz="1100" dirty="0">
                <a:solidFill>
                  <a:schemeClr val="accent6"/>
                </a:solidFill>
                <a:latin typeface="Arial" panose="020B0604020202020204" pitchFamily="34" charset="0"/>
              </a:rPr>
              <a:t>T</a:t>
            </a:r>
            <a:r>
              <a:rPr kumimoji="0" lang="zh-CN" altLang="zh-CN" sz="1100" b="0" i="0" u="none" strike="noStrike" cap="none" normalizeH="0" baseline="0" dirty="0">
                <a:ln>
                  <a:noFill/>
                </a:ln>
                <a:solidFill>
                  <a:schemeClr val="accent6"/>
                </a:solidFill>
                <a:effectLst/>
                <a:latin typeface="Arial" panose="020B0604020202020204" pitchFamily="34" charset="0"/>
              </a:rPr>
              <a:t>ranscript</a:t>
            </a:r>
            <a:r>
              <a:rPr lang="en-US" altLang="zh-CN" sz="1100" dirty="0">
                <a:solidFill>
                  <a:schemeClr val="accent6"/>
                </a:solidFill>
                <a:latin typeface="Arial" panose="020B0604020202020204" pitchFamily="34" charset="0"/>
              </a:rPr>
              <a:t> </a:t>
            </a:r>
            <a:r>
              <a:rPr kumimoji="0" lang="en-US" altLang="zh-CN" sz="1100" b="0" i="0" u="none" strike="noStrike" cap="none" normalizeH="0" baseline="0" dirty="0">
                <a:ln>
                  <a:noFill/>
                </a:ln>
                <a:solidFill>
                  <a:schemeClr val="tx1"/>
                </a:solidFill>
                <a:effectLst/>
                <a:latin typeface="Arial" panose="020B0604020202020204" pitchFamily="34" charset="0"/>
              </a:rPr>
              <a:t>: Analyze the video and transcript content under the ASSUMPTION that it contains hateful or offensive content. Identify evidence supporting hateful (offensive) interpretation: Evidence:…; Reasoning:…; and C</a:t>
            </a:r>
            <a:r>
              <a:rPr lang="en-US" altLang="zh-CN" sz="1100" dirty="0">
                <a:solidFill>
                  <a:schemeClr val="tx1"/>
                </a:solidFill>
                <a:latin typeface="Arial" panose="020B0604020202020204" pitchFamily="34" charset="0"/>
              </a:rPr>
              <a:t>onfidence:… .</a:t>
            </a:r>
            <a:endParaRPr kumimoji="0" lang="en-US" altLang="zh-CN" sz="1100" b="0" i="0" u="none" strike="noStrike" cap="none" normalizeH="0" baseline="0" dirty="0">
              <a:ln>
                <a:noFill/>
              </a:ln>
              <a:solidFill>
                <a:schemeClr val="tx1"/>
              </a:solidFill>
              <a:effectLst/>
              <a:latin typeface="Arial" panose="020B0604020202020204" pitchFamily="34" charset="0"/>
            </a:endParaRPr>
          </a:p>
        </p:txBody>
      </p:sp>
      <p:sp>
        <p:nvSpPr>
          <p:cNvPr id="133" name="矩形: 圆角 132">
            <a:extLst>
              <a:ext uri="{FF2B5EF4-FFF2-40B4-BE49-F238E27FC236}">
                <a16:creationId xmlns:a16="http://schemas.microsoft.com/office/drawing/2014/main" id="{C2B2E2C9-EAB5-12F5-E562-F5EEFA23584B}"/>
              </a:ext>
            </a:extLst>
          </p:cNvPr>
          <p:cNvSpPr/>
          <p:nvPr/>
        </p:nvSpPr>
        <p:spPr>
          <a:xfrm>
            <a:off x="1034216" y="3976746"/>
            <a:ext cx="11109325" cy="541130"/>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100" b="1" i="0" u="none" strike="noStrike" cap="none" normalizeH="0" baseline="0" dirty="0">
                <a:ln>
                  <a:noFill/>
                </a:ln>
                <a:solidFill>
                  <a:schemeClr val="tx1"/>
                </a:solidFill>
                <a:effectLst/>
                <a:latin typeface="Arial" panose="020B0604020202020204" pitchFamily="34" charset="0"/>
              </a:rPr>
              <a:t>Stage 3: Non-Hate Content Hypothesis Inference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100" b="0" i="0" u="none" strike="noStrike" cap="none" normalizeH="0" baseline="0" dirty="0">
                <a:ln>
                  <a:noFill/>
                </a:ln>
                <a:solidFill>
                  <a:schemeClr val="accent4"/>
                </a:solidFill>
                <a:effectLst/>
                <a:latin typeface="Arial" panose="020B0604020202020204" pitchFamily="34" charset="0"/>
              </a:rPr>
              <a:t>F</a:t>
            </a:r>
            <a:r>
              <a:rPr kumimoji="0" lang="zh-CN" altLang="zh-CN" sz="1100" b="0" i="0" u="none" strike="noStrike" cap="none" normalizeH="0" baseline="0" dirty="0">
                <a:ln>
                  <a:noFill/>
                </a:ln>
                <a:solidFill>
                  <a:schemeClr val="accent4"/>
                </a:solidFill>
                <a:effectLst/>
                <a:latin typeface="Arial" panose="020B0604020202020204" pitchFamily="34" charset="0"/>
              </a:rPr>
              <a:t>rames </a:t>
            </a:r>
            <a:r>
              <a:rPr lang="en-US" altLang="zh-CN" sz="1100" dirty="0">
                <a:solidFill>
                  <a:schemeClr val="tx1"/>
                </a:solidFill>
                <a:latin typeface="Arial" panose="020B0604020202020204" pitchFamily="34" charset="0"/>
              </a:rPr>
              <a:t>+</a:t>
            </a:r>
            <a:r>
              <a:rPr kumimoji="0" lang="zh-CN" altLang="zh-CN" sz="1100" b="0" i="0" u="none" strike="noStrike" cap="none" normalizeH="0" baseline="0" dirty="0">
                <a:ln>
                  <a:noFill/>
                </a:ln>
                <a:solidFill>
                  <a:schemeClr val="tx1"/>
                </a:solidFill>
                <a:effectLst/>
                <a:latin typeface="Arial" panose="020B0604020202020204" pitchFamily="34" charset="0"/>
              </a:rPr>
              <a:t> </a:t>
            </a:r>
            <a:r>
              <a:rPr lang="en-US" altLang="zh-CN" sz="1100" dirty="0">
                <a:solidFill>
                  <a:schemeClr val="accent6"/>
                </a:solidFill>
                <a:latin typeface="Arial" panose="020B0604020202020204" pitchFamily="34" charset="0"/>
              </a:rPr>
              <a:t>T</a:t>
            </a:r>
            <a:r>
              <a:rPr kumimoji="0" lang="zh-CN" altLang="zh-CN" sz="1100" b="0" i="0" u="none" strike="noStrike" cap="none" normalizeH="0" baseline="0" dirty="0">
                <a:ln>
                  <a:noFill/>
                </a:ln>
                <a:solidFill>
                  <a:schemeClr val="accent6"/>
                </a:solidFill>
                <a:effectLst/>
                <a:latin typeface="Arial" panose="020B0604020202020204" pitchFamily="34" charset="0"/>
              </a:rPr>
              <a:t>ranscript</a:t>
            </a:r>
            <a:r>
              <a:rPr lang="en-US" altLang="zh-CN" sz="1100" dirty="0">
                <a:solidFill>
                  <a:schemeClr val="accent6"/>
                </a:solidFill>
                <a:latin typeface="Arial" panose="020B0604020202020204" pitchFamily="34" charset="0"/>
              </a:rPr>
              <a:t> </a:t>
            </a:r>
            <a:r>
              <a:rPr kumimoji="0" lang="en-US" altLang="zh-CN" sz="1100" b="0" i="0" u="none" strike="noStrike" cap="none" normalizeH="0" baseline="0" dirty="0">
                <a:ln>
                  <a:noFill/>
                </a:ln>
                <a:solidFill>
                  <a:schemeClr val="tx1"/>
                </a:solidFill>
                <a:effectLst/>
                <a:latin typeface="Arial" panose="020B0604020202020204" pitchFamily="34" charset="0"/>
              </a:rPr>
              <a:t>: Analyze the video and transcript content under the ASSUMPTION that it dose NOT contains hateful or offensive content. Identify evidence supporting non-hateful (non-offensive) interpretation: Evidence:…; Reasoning:…; and C</a:t>
            </a:r>
            <a:r>
              <a:rPr lang="en-US" altLang="zh-CN" sz="1100" dirty="0">
                <a:solidFill>
                  <a:schemeClr val="tx1"/>
                </a:solidFill>
                <a:latin typeface="Arial" panose="020B0604020202020204" pitchFamily="34" charset="0"/>
              </a:rPr>
              <a:t>onfidence:… .</a:t>
            </a:r>
            <a:endParaRPr kumimoji="0" lang="en-US" altLang="zh-CN" sz="1100" b="0" i="0" u="none" strike="noStrike" cap="none" normalizeH="0" baseline="0" dirty="0">
              <a:ln>
                <a:noFill/>
              </a:ln>
              <a:solidFill>
                <a:schemeClr val="tx1"/>
              </a:solidFill>
              <a:effectLst/>
              <a:latin typeface="Arial" panose="020B0604020202020204" pitchFamily="34" charset="0"/>
            </a:endParaRPr>
          </a:p>
        </p:txBody>
      </p:sp>
      <p:sp>
        <p:nvSpPr>
          <p:cNvPr id="134" name="矩形: 圆角 133">
            <a:extLst>
              <a:ext uri="{FF2B5EF4-FFF2-40B4-BE49-F238E27FC236}">
                <a16:creationId xmlns:a16="http://schemas.microsoft.com/office/drawing/2014/main" id="{8E5C19DE-51C3-8103-EF83-B324C0FCFE0F}"/>
              </a:ext>
            </a:extLst>
          </p:cNvPr>
          <p:cNvSpPr/>
          <p:nvPr/>
        </p:nvSpPr>
        <p:spPr>
          <a:xfrm>
            <a:off x="999968" y="5259796"/>
            <a:ext cx="11116791" cy="455586"/>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100" b="1" i="0" u="none" strike="noStrike" cap="none" normalizeH="0" baseline="0" dirty="0">
                <a:ln>
                  <a:noFill/>
                </a:ln>
                <a:solidFill>
                  <a:schemeClr val="tx1"/>
                </a:solidFill>
                <a:effectLst/>
                <a:latin typeface="Arial" panose="020B0604020202020204" pitchFamily="34" charset="0"/>
              </a:rPr>
              <a:t>Stage 4: Meta-Analytical Synthesis</a:t>
            </a:r>
          </a:p>
          <a:p>
            <a:pPr marL="0" marR="0" lvl="0" indent="0" algn="l" defTabSz="914400" rtl="0" eaLnBrk="0" fontAlgn="base" latinLnBrk="0" hangingPunct="0">
              <a:lnSpc>
                <a:spcPct val="100000"/>
              </a:lnSpc>
              <a:spcBef>
                <a:spcPct val="0"/>
              </a:spcBef>
              <a:spcAft>
                <a:spcPct val="0"/>
              </a:spcAft>
              <a:buClrTx/>
              <a:buSzTx/>
              <a:tabLst/>
            </a:pPr>
            <a:r>
              <a:rPr kumimoji="0" lang="en-US" altLang="zh-CN" sz="1100" b="0" i="0" u="none" strike="noStrike" cap="none" normalizeH="0" baseline="0" dirty="0">
                <a:ln>
                  <a:noFill/>
                </a:ln>
                <a:solidFill>
                  <a:schemeClr val="accent4"/>
                </a:solidFill>
                <a:effectLst/>
                <a:latin typeface="Arial" panose="020B0604020202020204" pitchFamily="34" charset="0"/>
              </a:rPr>
              <a:t>F</a:t>
            </a:r>
            <a:r>
              <a:rPr kumimoji="0" lang="zh-CN" altLang="zh-CN" sz="1100" b="0" i="0" u="none" strike="noStrike" cap="none" normalizeH="0" baseline="0" dirty="0">
                <a:ln>
                  <a:noFill/>
                </a:ln>
                <a:solidFill>
                  <a:schemeClr val="accent4"/>
                </a:solidFill>
                <a:effectLst/>
                <a:latin typeface="Arial" panose="020B0604020202020204" pitchFamily="34" charset="0"/>
              </a:rPr>
              <a:t>rames </a:t>
            </a:r>
            <a:r>
              <a:rPr lang="en-US" altLang="zh-CN" sz="1100" dirty="0">
                <a:solidFill>
                  <a:schemeClr val="tx1"/>
                </a:solidFill>
                <a:latin typeface="Arial" panose="020B0604020202020204" pitchFamily="34" charset="0"/>
              </a:rPr>
              <a:t>+</a:t>
            </a:r>
            <a:r>
              <a:rPr kumimoji="0" lang="zh-CN" altLang="zh-CN" sz="1100" b="0" i="0" u="none" strike="noStrike" cap="none" normalizeH="0" baseline="0" dirty="0">
                <a:ln>
                  <a:noFill/>
                </a:ln>
                <a:solidFill>
                  <a:schemeClr val="tx1"/>
                </a:solidFill>
                <a:effectLst/>
                <a:latin typeface="Arial" panose="020B0604020202020204" pitchFamily="34" charset="0"/>
              </a:rPr>
              <a:t> </a:t>
            </a:r>
            <a:r>
              <a:rPr lang="en-US" altLang="zh-CN" sz="1100" dirty="0">
                <a:solidFill>
                  <a:schemeClr val="accent6"/>
                </a:solidFill>
                <a:latin typeface="Arial" panose="020B0604020202020204" pitchFamily="34" charset="0"/>
              </a:rPr>
              <a:t>T</a:t>
            </a:r>
            <a:r>
              <a:rPr kumimoji="0" lang="zh-CN" altLang="zh-CN" sz="1100" b="0" i="0" u="none" strike="noStrike" cap="none" normalizeH="0" baseline="0" dirty="0">
                <a:ln>
                  <a:noFill/>
                </a:ln>
                <a:solidFill>
                  <a:schemeClr val="accent6"/>
                </a:solidFill>
                <a:effectLst/>
                <a:latin typeface="Arial" panose="020B0604020202020204" pitchFamily="34" charset="0"/>
              </a:rPr>
              <a:t>ranscript</a:t>
            </a:r>
            <a:r>
              <a:rPr lang="en-US" altLang="zh-CN" sz="1100" dirty="0">
                <a:solidFill>
                  <a:schemeClr val="accent6"/>
                </a:solidFill>
                <a:latin typeface="Arial" panose="020B0604020202020204" pitchFamily="34" charset="0"/>
              </a:rPr>
              <a:t> </a:t>
            </a:r>
            <a:r>
              <a:rPr kumimoji="0" lang="en-US" altLang="zh-CN" sz="1100" b="0" i="0" u="none" strike="noStrike" cap="none" normalizeH="0" baseline="0" dirty="0">
                <a:ln>
                  <a:noFill/>
                </a:ln>
                <a:solidFill>
                  <a:schemeClr val="tx1"/>
                </a:solidFill>
                <a:effectLst/>
                <a:latin typeface="Arial" panose="020B0604020202020204" pitchFamily="34" charset="0"/>
              </a:rPr>
              <a:t>+ Response1 + Response2 + Response3: </a:t>
            </a:r>
            <a:r>
              <a:rPr kumimoji="0" lang="en-US" altLang="zh-CN" sz="1100" i="0" u="none" strike="noStrike" cap="none" normalizeH="0" baseline="0" dirty="0">
                <a:ln>
                  <a:noFill/>
                </a:ln>
                <a:solidFill>
                  <a:schemeClr val="tx1"/>
                </a:solidFill>
                <a:effectLst/>
                <a:latin typeface="Arial" panose="020B0604020202020204" pitchFamily="34" charset="0"/>
              </a:rPr>
              <a:t>Conduct critical analysis and make final determination: Label (</a:t>
            </a:r>
            <a:r>
              <a:rPr lang="en-US" altLang="zh-CN" sz="1100" dirty="0">
                <a:solidFill>
                  <a:schemeClr val="tx1"/>
                </a:solidFill>
                <a:latin typeface="Arial" panose="020B0604020202020204" pitchFamily="34" charset="0"/>
              </a:rPr>
              <a:t>0/1), Factors:…;</a:t>
            </a:r>
            <a:r>
              <a:rPr kumimoji="0" lang="en-US" altLang="zh-CN" sz="1100" b="0" i="0" u="none" strike="noStrike" cap="none" normalizeH="0" baseline="0" dirty="0">
                <a:ln>
                  <a:noFill/>
                </a:ln>
                <a:solidFill>
                  <a:schemeClr val="tx1"/>
                </a:solidFill>
                <a:effectLst/>
                <a:latin typeface="Arial" panose="020B0604020202020204" pitchFamily="34" charset="0"/>
              </a:rPr>
              <a:t> Reasoning:…; and C</a:t>
            </a:r>
            <a:r>
              <a:rPr lang="en-US" altLang="zh-CN" sz="1100" dirty="0">
                <a:solidFill>
                  <a:schemeClr val="tx1"/>
                </a:solidFill>
                <a:latin typeface="Arial" panose="020B0604020202020204" pitchFamily="34" charset="0"/>
              </a:rPr>
              <a:t>onfidence:… </a:t>
            </a:r>
            <a:endParaRPr kumimoji="0" lang="en-US" altLang="zh-CN" sz="1100" i="0" u="none" strike="noStrike" cap="none" normalizeH="0" baseline="0" dirty="0">
              <a:ln>
                <a:noFill/>
              </a:ln>
              <a:solidFill>
                <a:schemeClr val="tx1"/>
              </a:solidFill>
              <a:effectLst/>
              <a:latin typeface="Arial" panose="020B0604020202020204" pitchFamily="34" charset="0"/>
            </a:endParaRPr>
          </a:p>
        </p:txBody>
      </p:sp>
      <p:pic>
        <p:nvPicPr>
          <p:cNvPr id="146" name="图片 145">
            <a:extLst>
              <a:ext uri="{FF2B5EF4-FFF2-40B4-BE49-F238E27FC236}">
                <a16:creationId xmlns:a16="http://schemas.microsoft.com/office/drawing/2014/main" id="{6FDAEA13-5715-9F94-8121-A57B391DB95F}"/>
              </a:ext>
            </a:extLst>
          </p:cNvPr>
          <p:cNvPicPr>
            <a:picLocks noChangeAspect="1"/>
          </p:cNvPicPr>
          <p:nvPr/>
        </p:nvPicPr>
        <p:blipFill>
          <a:blip r:embed="rId4"/>
          <a:stretch>
            <a:fillRect/>
          </a:stretch>
        </p:blipFill>
        <p:spPr>
          <a:xfrm>
            <a:off x="50825" y="135659"/>
            <a:ext cx="761388" cy="427946"/>
          </a:xfrm>
          <a:prstGeom prst="rect">
            <a:avLst/>
          </a:prstGeom>
        </p:spPr>
      </p:pic>
      <p:pic>
        <p:nvPicPr>
          <p:cNvPr id="192" name="图片 191">
            <a:extLst>
              <a:ext uri="{FF2B5EF4-FFF2-40B4-BE49-F238E27FC236}">
                <a16:creationId xmlns:a16="http://schemas.microsoft.com/office/drawing/2014/main" id="{B01904D2-DEB7-A465-F872-84B4A5F1EEFD}"/>
              </a:ext>
            </a:extLst>
          </p:cNvPr>
          <p:cNvPicPr>
            <a:picLocks noChangeAspect="1"/>
          </p:cNvPicPr>
          <p:nvPr/>
        </p:nvPicPr>
        <p:blipFill>
          <a:blip r:embed="rId5"/>
          <a:stretch>
            <a:fillRect/>
          </a:stretch>
        </p:blipFill>
        <p:spPr>
          <a:xfrm>
            <a:off x="812035" y="135659"/>
            <a:ext cx="761388" cy="427946"/>
          </a:xfrm>
          <a:prstGeom prst="rect">
            <a:avLst/>
          </a:prstGeom>
        </p:spPr>
      </p:pic>
      <p:pic>
        <p:nvPicPr>
          <p:cNvPr id="194" name="图片 193">
            <a:extLst>
              <a:ext uri="{FF2B5EF4-FFF2-40B4-BE49-F238E27FC236}">
                <a16:creationId xmlns:a16="http://schemas.microsoft.com/office/drawing/2014/main" id="{70214C54-B4D2-A9FE-A1A5-495D19A590B5}"/>
              </a:ext>
            </a:extLst>
          </p:cNvPr>
          <p:cNvPicPr>
            <a:picLocks noChangeAspect="1"/>
          </p:cNvPicPr>
          <p:nvPr/>
        </p:nvPicPr>
        <p:blipFill>
          <a:blip r:embed="rId6"/>
          <a:stretch>
            <a:fillRect/>
          </a:stretch>
        </p:blipFill>
        <p:spPr>
          <a:xfrm>
            <a:off x="1568038" y="130008"/>
            <a:ext cx="761388" cy="427946"/>
          </a:xfrm>
          <a:prstGeom prst="rect">
            <a:avLst/>
          </a:prstGeom>
        </p:spPr>
      </p:pic>
      <p:pic>
        <p:nvPicPr>
          <p:cNvPr id="196" name="图片 195">
            <a:extLst>
              <a:ext uri="{FF2B5EF4-FFF2-40B4-BE49-F238E27FC236}">
                <a16:creationId xmlns:a16="http://schemas.microsoft.com/office/drawing/2014/main" id="{410E154E-31AC-9FFC-6C9D-8F9C5DB4F413}"/>
              </a:ext>
            </a:extLst>
          </p:cNvPr>
          <p:cNvPicPr>
            <a:picLocks noChangeAspect="1"/>
          </p:cNvPicPr>
          <p:nvPr/>
        </p:nvPicPr>
        <p:blipFill>
          <a:blip r:embed="rId7"/>
          <a:stretch>
            <a:fillRect/>
          </a:stretch>
        </p:blipFill>
        <p:spPr>
          <a:xfrm>
            <a:off x="2323863" y="130008"/>
            <a:ext cx="761388" cy="427946"/>
          </a:xfrm>
          <a:prstGeom prst="rect">
            <a:avLst/>
          </a:prstGeom>
        </p:spPr>
      </p:pic>
      <p:pic>
        <p:nvPicPr>
          <p:cNvPr id="198" name="图片 197">
            <a:extLst>
              <a:ext uri="{FF2B5EF4-FFF2-40B4-BE49-F238E27FC236}">
                <a16:creationId xmlns:a16="http://schemas.microsoft.com/office/drawing/2014/main" id="{3C5AB91F-DBE1-5295-CB01-6547A6B76D61}"/>
              </a:ext>
            </a:extLst>
          </p:cNvPr>
          <p:cNvPicPr>
            <a:picLocks noChangeAspect="1"/>
          </p:cNvPicPr>
          <p:nvPr/>
        </p:nvPicPr>
        <p:blipFill>
          <a:blip r:embed="rId8"/>
          <a:stretch>
            <a:fillRect/>
          </a:stretch>
        </p:blipFill>
        <p:spPr>
          <a:xfrm>
            <a:off x="3079866" y="130008"/>
            <a:ext cx="761388" cy="427946"/>
          </a:xfrm>
          <a:prstGeom prst="rect">
            <a:avLst/>
          </a:prstGeom>
        </p:spPr>
      </p:pic>
      <p:pic>
        <p:nvPicPr>
          <p:cNvPr id="200" name="图片 199">
            <a:extLst>
              <a:ext uri="{FF2B5EF4-FFF2-40B4-BE49-F238E27FC236}">
                <a16:creationId xmlns:a16="http://schemas.microsoft.com/office/drawing/2014/main" id="{B7747FB0-9613-9878-4B14-449F73853DBC}"/>
              </a:ext>
            </a:extLst>
          </p:cNvPr>
          <p:cNvPicPr>
            <a:picLocks noChangeAspect="1"/>
          </p:cNvPicPr>
          <p:nvPr/>
        </p:nvPicPr>
        <p:blipFill>
          <a:blip r:embed="rId9"/>
          <a:stretch>
            <a:fillRect/>
          </a:stretch>
        </p:blipFill>
        <p:spPr>
          <a:xfrm>
            <a:off x="3839772" y="128798"/>
            <a:ext cx="761388" cy="427946"/>
          </a:xfrm>
          <a:prstGeom prst="rect">
            <a:avLst/>
          </a:prstGeom>
        </p:spPr>
      </p:pic>
      <p:pic>
        <p:nvPicPr>
          <p:cNvPr id="202" name="图片 201">
            <a:extLst>
              <a:ext uri="{FF2B5EF4-FFF2-40B4-BE49-F238E27FC236}">
                <a16:creationId xmlns:a16="http://schemas.microsoft.com/office/drawing/2014/main" id="{877ADF0E-BC25-B220-17A5-179F2AED3E16}"/>
              </a:ext>
            </a:extLst>
          </p:cNvPr>
          <p:cNvPicPr>
            <a:picLocks noChangeAspect="1"/>
          </p:cNvPicPr>
          <p:nvPr/>
        </p:nvPicPr>
        <p:blipFill>
          <a:blip r:embed="rId10"/>
          <a:stretch>
            <a:fillRect/>
          </a:stretch>
        </p:blipFill>
        <p:spPr>
          <a:xfrm>
            <a:off x="4584228" y="128798"/>
            <a:ext cx="761388" cy="427946"/>
          </a:xfrm>
          <a:prstGeom prst="rect">
            <a:avLst/>
          </a:prstGeom>
        </p:spPr>
      </p:pic>
      <p:pic>
        <p:nvPicPr>
          <p:cNvPr id="204" name="图片 203">
            <a:extLst>
              <a:ext uri="{FF2B5EF4-FFF2-40B4-BE49-F238E27FC236}">
                <a16:creationId xmlns:a16="http://schemas.microsoft.com/office/drawing/2014/main" id="{3371C3FB-4B43-39B0-8932-7BB4DF985894}"/>
              </a:ext>
            </a:extLst>
          </p:cNvPr>
          <p:cNvPicPr>
            <a:picLocks noChangeAspect="1"/>
          </p:cNvPicPr>
          <p:nvPr/>
        </p:nvPicPr>
        <p:blipFill>
          <a:blip r:embed="rId11"/>
          <a:stretch>
            <a:fillRect/>
          </a:stretch>
        </p:blipFill>
        <p:spPr>
          <a:xfrm>
            <a:off x="5344134" y="130541"/>
            <a:ext cx="761388" cy="427946"/>
          </a:xfrm>
          <a:prstGeom prst="rect">
            <a:avLst/>
          </a:prstGeom>
        </p:spPr>
      </p:pic>
      <p:pic>
        <p:nvPicPr>
          <p:cNvPr id="206" name="图片 205">
            <a:extLst>
              <a:ext uri="{FF2B5EF4-FFF2-40B4-BE49-F238E27FC236}">
                <a16:creationId xmlns:a16="http://schemas.microsoft.com/office/drawing/2014/main" id="{9F4FF6D4-31AA-B3A2-62EA-4DC74714C077}"/>
              </a:ext>
            </a:extLst>
          </p:cNvPr>
          <p:cNvPicPr>
            <a:picLocks noChangeAspect="1"/>
          </p:cNvPicPr>
          <p:nvPr/>
        </p:nvPicPr>
        <p:blipFill>
          <a:blip r:embed="rId12"/>
          <a:stretch>
            <a:fillRect/>
          </a:stretch>
        </p:blipFill>
        <p:spPr>
          <a:xfrm>
            <a:off x="6107603" y="130541"/>
            <a:ext cx="761388" cy="427946"/>
          </a:xfrm>
          <a:prstGeom prst="rect">
            <a:avLst/>
          </a:prstGeom>
        </p:spPr>
      </p:pic>
      <p:pic>
        <p:nvPicPr>
          <p:cNvPr id="207" name="图片 206">
            <a:extLst>
              <a:ext uri="{FF2B5EF4-FFF2-40B4-BE49-F238E27FC236}">
                <a16:creationId xmlns:a16="http://schemas.microsoft.com/office/drawing/2014/main" id="{A8C125F5-5A87-A6C2-BA65-F1D4D8E26C7C}"/>
              </a:ext>
            </a:extLst>
          </p:cNvPr>
          <p:cNvPicPr>
            <a:picLocks noChangeAspect="1"/>
          </p:cNvPicPr>
          <p:nvPr/>
        </p:nvPicPr>
        <p:blipFill>
          <a:blip r:embed="rId12"/>
          <a:stretch>
            <a:fillRect/>
          </a:stretch>
        </p:blipFill>
        <p:spPr>
          <a:xfrm>
            <a:off x="6855815" y="130541"/>
            <a:ext cx="761388" cy="427946"/>
          </a:xfrm>
          <a:prstGeom prst="rect">
            <a:avLst/>
          </a:prstGeom>
        </p:spPr>
      </p:pic>
      <p:pic>
        <p:nvPicPr>
          <p:cNvPr id="211" name="图片 210">
            <a:extLst>
              <a:ext uri="{FF2B5EF4-FFF2-40B4-BE49-F238E27FC236}">
                <a16:creationId xmlns:a16="http://schemas.microsoft.com/office/drawing/2014/main" id="{E08EBB84-6A45-6329-69B2-D9F5F309B906}"/>
              </a:ext>
            </a:extLst>
          </p:cNvPr>
          <p:cNvPicPr>
            <a:picLocks noChangeAspect="1"/>
          </p:cNvPicPr>
          <p:nvPr/>
        </p:nvPicPr>
        <p:blipFill>
          <a:blip r:embed="rId13"/>
          <a:stretch>
            <a:fillRect/>
          </a:stretch>
        </p:blipFill>
        <p:spPr>
          <a:xfrm>
            <a:off x="7617353" y="130541"/>
            <a:ext cx="761387" cy="427946"/>
          </a:xfrm>
          <a:prstGeom prst="rect">
            <a:avLst/>
          </a:prstGeom>
        </p:spPr>
      </p:pic>
      <p:pic>
        <p:nvPicPr>
          <p:cNvPr id="213" name="图片 212">
            <a:extLst>
              <a:ext uri="{FF2B5EF4-FFF2-40B4-BE49-F238E27FC236}">
                <a16:creationId xmlns:a16="http://schemas.microsoft.com/office/drawing/2014/main" id="{0F151837-5596-DF3A-E054-671A1C4F0BF4}"/>
              </a:ext>
            </a:extLst>
          </p:cNvPr>
          <p:cNvPicPr>
            <a:picLocks noChangeAspect="1"/>
          </p:cNvPicPr>
          <p:nvPr/>
        </p:nvPicPr>
        <p:blipFill>
          <a:blip r:embed="rId14"/>
          <a:stretch>
            <a:fillRect/>
          </a:stretch>
        </p:blipFill>
        <p:spPr>
          <a:xfrm>
            <a:off x="8376973" y="130541"/>
            <a:ext cx="761388" cy="427946"/>
          </a:xfrm>
          <a:prstGeom prst="rect">
            <a:avLst/>
          </a:prstGeom>
        </p:spPr>
      </p:pic>
      <p:pic>
        <p:nvPicPr>
          <p:cNvPr id="215" name="图片 214">
            <a:extLst>
              <a:ext uri="{FF2B5EF4-FFF2-40B4-BE49-F238E27FC236}">
                <a16:creationId xmlns:a16="http://schemas.microsoft.com/office/drawing/2014/main" id="{76149CD3-A7F0-FA04-BE5A-D81A96DDBF1B}"/>
              </a:ext>
            </a:extLst>
          </p:cNvPr>
          <p:cNvPicPr>
            <a:picLocks noChangeAspect="1"/>
          </p:cNvPicPr>
          <p:nvPr/>
        </p:nvPicPr>
        <p:blipFill>
          <a:blip r:embed="rId15"/>
          <a:stretch>
            <a:fillRect/>
          </a:stretch>
        </p:blipFill>
        <p:spPr>
          <a:xfrm>
            <a:off x="9126749" y="135659"/>
            <a:ext cx="761387" cy="427946"/>
          </a:xfrm>
          <a:prstGeom prst="rect">
            <a:avLst/>
          </a:prstGeom>
        </p:spPr>
      </p:pic>
      <p:pic>
        <p:nvPicPr>
          <p:cNvPr id="217" name="图片 216">
            <a:extLst>
              <a:ext uri="{FF2B5EF4-FFF2-40B4-BE49-F238E27FC236}">
                <a16:creationId xmlns:a16="http://schemas.microsoft.com/office/drawing/2014/main" id="{2EFBB7C9-D615-25B2-85D1-A1639C237F07}"/>
              </a:ext>
            </a:extLst>
          </p:cNvPr>
          <p:cNvPicPr>
            <a:picLocks noChangeAspect="1"/>
          </p:cNvPicPr>
          <p:nvPr/>
        </p:nvPicPr>
        <p:blipFill>
          <a:blip r:embed="rId16"/>
          <a:stretch>
            <a:fillRect/>
          </a:stretch>
        </p:blipFill>
        <p:spPr>
          <a:xfrm>
            <a:off x="9886725" y="135659"/>
            <a:ext cx="761388" cy="427946"/>
          </a:xfrm>
          <a:prstGeom prst="rect">
            <a:avLst/>
          </a:prstGeom>
        </p:spPr>
      </p:pic>
      <p:pic>
        <p:nvPicPr>
          <p:cNvPr id="219" name="图片 218">
            <a:extLst>
              <a:ext uri="{FF2B5EF4-FFF2-40B4-BE49-F238E27FC236}">
                <a16:creationId xmlns:a16="http://schemas.microsoft.com/office/drawing/2014/main" id="{EE619881-E1A8-95F7-FF75-8AF0F9F2B94A}"/>
              </a:ext>
            </a:extLst>
          </p:cNvPr>
          <p:cNvPicPr>
            <a:picLocks noChangeAspect="1"/>
          </p:cNvPicPr>
          <p:nvPr/>
        </p:nvPicPr>
        <p:blipFill>
          <a:blip r:embed="rId17"/>
          <a:stretch>
            <a:fillRect/>
          </a:stretch>
        </p:blipFill>
        <p:spPr>
          <a:xfrm>
            <a:off x="10623477" y="135659"/>
            <a:ext cx="761387" cy="427946"/>
          </a:xfrm>
          <a:prstGeom prst="rect">
            <a:avLst/>
          </a:prstGeom>
        </p:spPr>
      </p:pic>
      <p:pic>
        <p:nvPicPr>
          <p:cNvPr id="221" name="图片 220">
            <a:extLst>
              <a:ext uri="{FF2B5EF4-FFF2-40B4-BE49-F238E27FC236}">
                <a16:creationId xmlns:a16="http://schemas.microsoft.com/office/drawing/2014/main" id="{AAAF4446-49EC-97F2-373F-C64CBE3F6C7E}"/>
              </a:ext>
            </a:extLst>
          </p:cNvPr>
          <p:cNvPicPr>
            <a:picLocks noChangeAspect="1"/>
          </p:cNvPicPr>
          <p:nvPr/>
        </p:nvPicPr>
        <p:blipFill>
          <a:blip r:embed="rId18"/>
          <a:stretch>
            <a:fillRect/>
          </a:stretch>
        </p:blipFill>
        <p:spPr>
          <a:xfrm>
            <a:off x="11371837" y="134331"/>
            <a:ext cx="761387" cy="427946"/>
          </a:xfrm>
          <a:prstGeom prst="rect">
            <a:avLst/>
          </a:prstGeom>
        </p:spPr>
      </p:pic>
      <p:sp>
        <p:nvSpPr>
          <p:cNvPr id="288" name="文本框 287">
            <a:extLst>
              <a:ext uri="{FF2B5EF4-FFF2-40B4-BE49-F238E27FC236}">
                <a16:creationId xmlns:a16="http://schemas.microsoft.com/office/drawing/2014/main" id="{129A2DD2-1DDC-DBC0-4720-978252B93623}"/>
              </a:ext>
            </a:extLst>
          </p:cNvPr>
          <p:cNvSpPr txBox="1"/>
          <p:nvPr/>
        </p:nvSpPr>
        <p:spPr>
          <a:xfrm>
            <a:off x="311539" y="504466"/>
            <a:ext cx="341933" cy="276999"/>
          </a:xfrm>
          <a:prstGeom prst="rect">
            <a:avLst/>
          </a:prstGeom>
          <a:noFill/>
        </p:spPr>
        <p:txBody>
          <a:bodyPr wrap="square" rtlCol="0">
            <a:spAutoFit/>
          </a:bodyPr>
          <a:lstStyle/>
          <a:p>
            <a:r>
              <a:rPr lang="en-US" altLang="zh-CN" sz="1200" dirty="0"/>
              <a:t>1</a:t>
            </a:r>
            <a:endParaRPr lang="zh-CN" altLang="en-US" sz="1200" dirty="0"/>
          </a:p>
        </p:txBody>
      </p:sp>
      <p:sp>
        <p:nvSpPr>
          <p:cNvPr id="299" name="文本框 298">
            <a:extLst>
              <a:ext uri="{FF2B5EF4-FFF2-40B4-BE49-F238E27FC236}">
                <a16:creationId xmlns:a16="http://schemas.microsoft.com/office/drawing/2014/main" id="{DB4C8ED5-0D5B-B7B6-6D10-433AE2C72411}"/>
              </a:ext>
            </a:extLst>
          </p:cNvPr>
          <p:cNvSpPr txBox="1"/>
          <p:nvPr/>
        </p:nvSpPr>
        <p:spPr>
          <a:xfrm>
            <a:off x="1065129" y="504466"/>
            <a:ext cx="341933" cy="276999"/>
          </a:xfrm>
          <a:prstGeom prst="rect">
            <a:avLst/>
          </a:prstGeom>
          <a:noFill/>
        </p:spPr>
        <p:txBody>
          <a:bodyPr wrap="square" rtlCol="0">
            <a:spAutoFit/>
          </a:bodyPr>
          <a:lstStyle/>
          <a:p>
            <a:r>
              <a:rPr lang="en-US" altLang="zh-CN" sz="1200" dirty="0"/>
              <a:t>2</a:t>
            </a:r>
            <a:endParaRPr lang="zh-CN" altLang="en-US" sz="1200" dirty="0"/>
          </a:p>
        </p:txBody>
      </p:sp>
      <p:sp>
        <p:nvSpPr>
          <p:cNvPr id="300" name="文本框 299">
            <a:extLst>
              <a:ext uri="{FF2B5EF4-FFF2-40B4-BE49-F238E27FC236}">
                <a16:creationId xmlns:a16="http://schemas.microsoft.com/office/drawing/2014/main" id="{4CD0820C-468D-6F40-2940-2BF1B3DFD4B3}"/>
              </a:ext>
            </a:extLst>
          </p:cNvPr>
          <p:cNvSpPr txBox="1"/>
          <p:nvPr/>
        </p:nvSpPr>
        <p:spPr>
          <a:xfrm>
            <a:off x="1798666" y="504466"/>
            <a:ext cx="341933" cy="276999"/>
          </a:xfrm>
          <a:prstGeom prst="rect">
            <a:avLst/>
          </a:prstGeom>
          <a:noFill/>
        </p:spPr>
        <p:txBody>
          <a:bodyPr wrap="square" rtlCol="0">
            <a:spAutoFit/>
          </a:bodyPr>
          <a:lstStyle/>
          <a:p>
            <a:r>
              <a:rPr lang="en-US" altLang="zh-CN" sz="1200" dirty="0"/>
              <a:t>3</a:t>
            </a:r>
            <a:endParaRPr lang="zh-CN" altLang="en-US" sz="1200" dirty="0"/>
          </a:p>
        </p:txBody>
      </p:sp>
      <p:sp>
        <p:nvSpPr>
          <p:cNvPr id="301" name="文本框 300">
            <a:extLst>
              <a:ext uri="{FF2B5EF4-FFF2-40B4-BE49-F238E27FC236}">
                <a16:creationId xmlns:a16="http://schemas.microsoft.com/office/drawing/2014/main" id="{C242A22C-470B-F798-0768-F67EAEDD9F9C}"/>
              </a:ext>
            </a:extLst>
          </p:cNvPr>
          <p:cNvSpPr txBox="1"/>
          <p:nvPr/>
        </p:nvSpPr>
        <p:spPr>
          <a:xfrm>
            <a:off x="2560085" y="504466"/>
            <a:ext cx="341933" cy="276999"/>
          </a:xfrm>
          <a:prstGeom prst="rect">
            <a:avLst/>
          </a:prstGeom>
          <a:noFill/>
        </p:spPr>
        <p:txBody>
          <a:bodyPr wrap="square" rtlCol="0">
            <a:spAutoFit/>
          </a:bodyPr>
          <a:lstStyle/>
          <a:p>
            <a:r>
              <a:rPr lang="en-US" altLang="zh-CN" sz="1200" dirty="0"/>
              <a:t>4</a:t>
            </a:r>
            <a:endParaRPr lang="zh-CN" altLang="en-US" sz="1200" dirty="0"/>
          </a:p>
        </p:txBody>
      </p:sp>
      <p:sp>
        <p:nvSpPr>
          <p:cNvPr id="302" name="文本框 301">
            <a:extLst>
              <a:ext uri="{FF2B5EF4-FFF2-40B4-BE49-F238E27FC236}">
                <a16:creationId xmlns:a16="http://schemas.microsoft.com/office/drawing/2014/main" id="{6F9F451D-9CE0-F49A-9F71-CF214B3E8EE6}"/>
              </a:ext>
            </a:extLst>
          </p:cNvPr>
          <p:cNvSpPr txBox="1"/>
          <p:nvPr/>
        </p:nvSpPr>
        <p:spPr>
          <a:xfrm>
            <a:off x="3292080" y="504466"/>
            <a:ext cx="341933" cy="276999"/>
          </a:xfrm>
          <a:prstGeom prst="rect">
            <a:avLst/>
          </a:prstGeom>
          <a:noFill/>
        </p:spPr>
        <p:txBody>
          <a:bodyPr wrap="square" rtlCol="0">
            <a:spAutoFit/>
          </a:bodyPr>
          <a:lstStyle/>
          <a:p>
            <a:r>
              <a:rPr lang="en-US" altLang="zh-CN" sz="1200" dirty="0"/>
              <a:t>5</a:t>
            </a:r>
            <a:endParaRPr lang="zh-CN" altLang="en-US" sz="1200" dirty="0"/>
          </a:p>
        </p:txBody>
      </p:sp>
      <p:sp>
        <p:nvSpPr>
          <p:cNvPr id="303" name="文本框 302">
            <a:extLst>
              <a:ext uri="{FF2B5EF4-FFF2-40B4-BE49-F238E27FC236}">
                <a16:creationId xmlns:a16="http://schemas.microsoft.com/office/drawing/2014/main" id="{4629BA9F-DD8D-FCD7-AEA0-C066C1ECA68F}"/>
              </a:ext>
            </a:extLst>
          </p:cNvPr>
          <p:cNvSpPr txBox="1"/>
          <p:nvPr/>
        </p:nvSpPr>
        <p:spPr>
          <a:xfrm>
            <a:off x="4039008" y="504466"/>
            <a:ext cx="341933" cy="276999"/>
          </a:xfrm>
          <a:prstGeom prst="rect">
            <a:avLst/>
          </a:prstGeom>
          <a:noFill/>
        </p:spPr>
        <p:txBody>
          <a:bodyPr wrap="square" rtlCol="0">
            <a:spAutoFit/>
          </a:bodyPr>
          <a:lstStyle/>
          <a:p>
            <a:r>
              <a:rPr lang="en-US" altLang="zh-CN" sz="1200" dirty="0"/>
              <a:t>6</a:t>
            </a:r>
            <a:endParaRPr lang="zh-CN" altLang="en-US" sz="1200" dirty="0"/>
          </a:p>
        </p:txBody>
      </p:sp>
      <p:sp>
        <p:nvSpPr>
          <p:cNvPr id="304" name="文本框 303">
            <a:extLst>
              <a:ext uri="{FF2B5EF4-FFF2-40B4-BE49-F238E27FC236}">
                <a16:creationId xmlns:a16="http://schemas.microsoft.com/office/drawing/2014/main" id="{566BCD3E-A2FB-AB60-AEE3-DD46775F2594}"/>
              </a:ext>
            </a:extLst>
          </p:cNvPr>
          <p:cNvSpPr txBox="1"/>
          <p:nvPr/>
        </p:nvSpPr>
        <p:spPr>
          <a:xfrm>
            <a:off x="4800590" y="504466"/>
            <a:ext cx="341933" cy="276999"/>
          </a:xfrm>
          <a:prstGeom prst="rect">
            <a:avLst/>
          </a:prstGeom>
          <a:noFill/>
        </p:spPr>
        <p:txBody>
          <a:bodyPr wrap="square" rtlCol="0">
            <a:spAutoFit/>
          </a:bodyPr>
          <a:lstStyle/>
          <a:p>
            <a:r>
              <a:rPr lang="en-US" altLang="zh-CN" sz="1200" dirty="0"/>
              <a:t>7</a:t>
            </a:r>
            <a:endParaRPr lang="zh-CN" altLang="en-US" sz="1200" dirty="0"/>
          </a:p>
        </p:txBody>
      </p:sp>
      <p:sp>
        <p:nvSpPr>
          <p:cNvPr id="305" name="文本框 304">
            <a:extLst>
              <a:ext uri="{FF2B5EF4-FFF2-40B4-BE49-F238E27FC236}">
                <a16:creationId xmlns:a16="http://schemas.microsoft.com/office/drawing/2014/main" id="{3E5EDEA7-1AA6-09CA-5C9F-7167983DEBEE}"/>
              </a:ext>
            </a:extLst>
          </p:cNvPr>
          <p:cNvSpPr txBox="1"/>
          <p:nvPr/>
        </p:nvSpPr>
        <p:spPr>
          <a:xfrm>
            <a:off x="5546800" y="504466"/>
            <a:ext cx="341933" cy="276999"/>
          </a:xfrm>
          <a:prstGeom prst="rect">
            <a:avLst/>
          </a:prstGeom>
          <a:noFill/>
        </p:spPr>
        <p:txBody>
          <a:bodyPr wrap="square" rtlCol="0">
            <a:spAutoFit/>
          </a:bodyPr>
          <a:lstStyle/>
          <a:p>
            <a:r>
              <a:rPr lang="en-US" altLang="zh-CN" sz="1200" dirty="0"/>
              <a:t>8</a:t>
            </a:r>
            <a:endParaRPr lang="zh-CN" altLang="en-US" sz="1200" dirty="0"/>
          </a:p>
        </p:txBody>
      </p:sp>
      <p:sp>
        <p:nvSpPr>
          <p:cNvPr id="306" name="文本框 305">
            <a:extLst>
              <a:ext uri="{FF2B5EF4-FFF2-40B4-BE49-F238E27FC236}">
                <a16:creationId xmlns:a16="http://schemas.microsoft.com/office/drawing/2014/main" id="{3AB2943B-F4D7-0E16-C838-FBAECBBF23BB}"/>
              </a:ext>
            </a:extLst>
          </p:cNvPr>
          <p:cNvSpPr txBox="1"/>
          <p:nvPr/>
        </p:nvSpPr>
        <p:spPr>
          <a:xfrm>
            <a:off x="6289266" y="504466"/>
            <a:ext cx="341933" cy="276999"/>
          </a:xfrm>
          <a:prstGeom prst="rect">
            <a:avLst/>
          </a:prstGeom>
          <a:noFill/>
        </p:spPr>
        <p:txBody>
          <a:bodyPr wrap="square" rtlCol="0">
            <a:spAutoFit/>
          </a:bodyPr>
          <a:lstStyle/>
          <a:p>
            <a:r>
              <a:rPr lang="en-US" altLang="zh-CN" sz="1200" dirty="0"/>
              <a:t>9</a:t>
            </a:r>
            <a:endParaRPr lang="zh-CN" altLang="en-US" sz="1200" dirty="0"/>
          </a:p>
        </p:txBody>
      </p:sp>
      <p:sp>
        <p:nvSpPr>
          <p:cNvPr id="307" name="文本框 306">
            <a:extLst>
              <a:ext uri="{FF2B5EF4-FFF2-40B4-BE49-F238E27FC236}">
                <a16:creationId xmlns:a16="http://schemas.microsoft.com/office/drawing/2014/main" id="{33E2DA0D-A4B5-5C4E-CB81-F989071646EF}"/>
              </a:ext>
            </a:extLst>
          </p:cNvPr>
          <p:cNvSpPr txBox="1"/>
          <p:nvPr/>
        </p:nvSpPr>
        <p:spPr>
          <a:xfrm>
            <a:off x="7026433" y="504466"/>
            <a:ext cx="439076" cy="276999"/>
          </a:xfrm>
          <a:prstGeom prst="rect">
            <a:avLst/>
          </a:prstGeom>
          <a:noFill/>
        </p:spPr>
        <p:txBody>
          <a:bodyPr wrap="square" rtlCol="0">
            <a:spAutoFit/>
          </a:bodyPr>
          <a:lstStyle/>
          <a:p>
            <a:r>
              <a:rPr lang="en-US" altLang="zh-CN" sz="1200" dirty="0"/>
              <a:t>10</a:t>
            </a:r>
            <a:endParaRPr lang="zh-CN" altLang="en-US" sz="1200" dirty="0"/>
          </a:p>
        </p:txBody>
      </p:sp>
      <p:sp>
        <p:nvSpPr>
          <p:cNvPr id="308" name="文本框 307">
            <a:extLst>
              <a:ext uri="{FF2B5EF4-FFF2-40B4-BE49-F238E27FC236}">
                <a16:creationId xmlns:a16="http://schemas.microsoft.com/office/drawing/2014/main" id="{421B7B45-821C-A05A-7F50-B96EFFD5B451}"/>
              </a:ext>
            </a:extLst>
          </p:cNvPr>
          <p:cNvSpPr txBox="1"/>
          <p:nvPr/>
        </p:nvSpPr>
        <p:spPr>
          <a:xfrm>
            <a:off x="7786285" y="504466"/>
            <a:ext cx="411611" cy="276999"/>
          </a:xfrm>
          <a:prstGeom prst="rect">
            <a:avLst/>
          </a:prstGeom>
          <a:noFill/>
        </p:spPr>
        <p:txBody>
          <a:bodyPr wrap="square" rtlCol="0">
            <a:spAutoFit/>
          </a:bodyPr>
          <a:lstStyle/>
          <a:p>
            <a:r>
              <a:rPr lang="en-US" altLang="zh-CN" sz="1200" dirty="0"/>
              <a:t>11</a:t>
            </a:r>
            <a:endParaRPr lang="zh-CN" altLang="en-US" sz="1200" dirty="0"/>
          </a:p>
        </p:txBody>
      </p:sp>
      <p:sp>
        <p:nvSpPr>
          <p:cNvPr id="309" name="文本框 308">
            <a:extLst>
              <a:ext uri="{FF2B5EF4-FFF2-40B4-BE49-F238E27FC236}">
                <a16:creationId xmlns:a16="http://schemas.microsoft.com/office/drawing/2014/main" id="{90B859D4-BF84-C350-A986-F7C012AD4CD1}"/>
              </a:ext>
            </a:extLst>
          </p:cNvPr>
          <p:cNvSpPr txBox="1"/>
          <p:nvPr/>
        </p:nvSpPr>
        <p:spPr>
          <a:xfrm>
            <a:off x="8521061" y="504466"/>
            <a:ext cx="503230" cy="276999"/>
          </a:xfrm>
          <a:prstGeom prst="rect">
            <a:avLst/>
          </a:prstGeom>
          <a:noFill/>
        </p:spPr>
        <p:txBody>
          <a:bodyPr wrap="square" rtlCol="0">
            <a:spAutoFit/>
          </a:bodyPr>
          <a:lstStyle/>
          <a:p>
            <a:r>
              <a:rPr lang="en-US" altLang="zh-CN" sz="1200" dirty="0"/>
              <a:t>12</a:t>
            </a:r>
            <a:endParaRPr lang="zh-CN" altLang="en-US" sz="1200" dirty="0"/>
          </a:p>
        </p:txBody>
      </p:sp>
      <p:sp>
        <p:nvSpPr>
          <p:cNvPr id="310" name="文本框 309">
            <a:extLst>
              <a:ext uri="{FF2B5EF4-FFF2-40B4-BE49-F238E27FC236}">
                <a16:creationId xmlns:a16="http://schemas.microsoft.com/office/drawing/2014/main" id="{48968219-EB9C-8109-B06E-24B97569F947}"/>
              </a:ext>
            </a:extLst>
          </p:cNvPr>
          <p:cNvSpPr txBox="1"/>
          <p:nvPr/>
        </p:nvSpPr>
        <p:spPr>
          <a:xfrm>
            <a:off x="9334878" y="504581"/>
            <a:ext cx="478802" cy="276999"/>
          </a:xfrm>
          <a:prstGeom prst="rect">
            <a:avLst/>
          </a:prstGeom>
          <a:noFill/>
        </p:spPr>
        <p:txBody>
          <a:bodyPr wrap="square" rtlCol="0">
            <a:spAutoFit/>
          </a:bodyPr>
          <a:lstStyle/>
          <a:p>
            <a:r>
              <a:rPr lang="en-US" altLang="zh-CN" sz="1200" dirty="0"/>
              <a:t>13</a:t>
            </a:r>
            <a:endParaRPr lang="zh-CN" altLang="en-US" sz="1200" dirty="0"/>
          </a:p>
        </p:txBody>
      </p:sp>
      <p:sp>
        <p:nvSpPr>
          <p:cNvPr id="311" name="文本框 310">
            <a:extLst>
              <a:ext uri="{FF2B5EF4-FFF2-40B4-BE49-F238E27FC236}">
                <a16:creationId xmlns:a16="http://schemas.microsoft.com/office/drawing/2014/main" id="{D26A3655-12FD-E2EF-93AC-61E7AC689EDC}"/>
              </a:ext>
            </a:extLst>
          </p:cNvPr>
          <p:cNvSpPr txBox="1"/>
          <p:nvPr/>
        </p:nvSpPr>
        <p:spPr>
          <a:xfrm>
            <a:off x="10098898" y="504466"/>
            <a:ext cx="478802" cy="276999"/>
          </a:xfrm>
          <a:prstGeom prst="rect">
            <a:avLst/>
          </a:prstGeom>
          <a:noFill/>
        </p:spPr>
        <p:txBody>
          <a:bodyPr wrap="square" rtlCol="0">
            <a:spAutoFit/>
          </a:bodyPr>
          <a:lstStyle/>
          <a:p>
            <a:r>
              <a:rPr lang="en-US" altLang="zh-CN" sz="1200" dirty="0"/>
              <a:t>14</a:t>
            </a:r>
            <a:endParaRPr lang="zh-CN" altLang="en-US" sz="1200" dirty="0"/>
          </a:p>
        </p:txBody>
      </p:sp>
      <p:sp>
        <p:nvSpPr>
          <p:cNvPr id="312" name="文本框 311">
            <a:extLst>
              <a:ext uri="{FF2B5EF4-FFF2-40B4-BE49-F238E27FC236}">
                <a16:creationId xmlns:a16="http://schemas.microsoft.com/office/drawing/2014/main" id="{4118E051-8F81-C3A5-F35A-4B5405277EA4}"/>
              </a:ext>
            </a:extLst>
          </p:cNvPr>
          <p:cNvSpPr txBox="1"/>
          <p:nvPr/>
        </p:nvSpPr>
        <p:spPr>
          <a:xfrm>
            <a:off x="10852189" y="504466"/>
            <a:ext cx="464290" cy="276999"/>
          </a:xfrm>
          <a:prstGeom prst="rect">
            <a:avLst/>
          </a:prstGeom>
          <a:noFill/>
        </p:spPr>
        <p:txBody>
          <a:bodyPr wrap="square" rtlCol="0">
            <a:spAutoFit/>
          </a:bodyPr>
          <a:lstStyle/>
          <a:p>
            <a:r>
              <a:rPr lang="en-US" altLang="zh-CN" sz="1200" dirty="0"/>
              <a:t>15</a:t>
            </a:r>
            <a:endParaRPr lang="zh-CN" altLang="en-US" sz="1200" dirty="0"/>
          </a:p>
        </p:txBody>
      </p:sp>
      <p:sp>
        <p:nvSpPr>
          <p:cNvPr id="313" name="文本框 312">
            <a:extLst>
              <a:ext uri="{FF2B5EF4-FFF2-40B4-BE49-F238E27FC236}">
                <a16:creationId xmlns:a16="http://schemas.microsoft.com/office/drawing/2014/main" id="{86DE4B63-DC90-27FB-7B83-93B1C3504FCB}"/>
              </a:ext>
            </a:extLst>
          </p:cNvPr>
          <p:cNvSpPr txBox="1"/>
          <p:nvPr/>
        </p:nvSpPr>
        <p:spPr>
          <a:xfrm>
            <a:off x="11557435" y="504581"/>
            <a:ext cx="450550" cy="276999"/>
          </a:xfrm>
          <a:prstGeom prst="rect">
            <a:avLst/>
          </a:prstGeom>
          <a:noFill/>
        </p:spPr>
        <p:txBody>
          <a:bodyPr wrap="square" rtlCol="0">
            <a:spAutoFit/>
          </a:bodyPr>
          <a:lstStyle/>
          <a:p>
            <a:r>
              <a:rPr lang="en-US" altLang="zh-CN" sz="1200" dirty="0"/>
              <a:t>16</a:t>
            </a:r>
            <a:endParaRPr lang="zh-CN" altLang="en-US" sz="1200" dirty="0"/>
          </a:p>
        </p:txBody>
      </p:sp>
      <p:pic>
        <p:nvPicPr>
          <p:cNvPr id="317" name="图形 316" descr="头上的大脑 轮廓">
            <a:extLst>
              <a:ext uri="{FF2B5EF4-FFF2-40B4-BE49-F238E27FC236}">
                <a16:creationId xmlns:a16="http://schemas.microsoft.com/office/drawing/2014/main" id="{CD93E915-E2D6-D5F1-547F-F487789988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110" y="2059276"/>
            <a:ext cx="562795" cy="562795"/>
          </a:xfrm>
          <a:prstGeom prst="rect">
            <a:avLst/>
          </a:prstGeom>
        </p:spPr>
      </p:pic>
      <p:sp>
        <p:nvSpPr>
          <p:cNvPr id="318" name="对话气泡: 圆角矩形 317">
            <a:extLst>
              <a:ext uri="{FF2B5EF4-FFF2-40B4-BE49-F238E27FC236}">
                <a16:creationId xmlns:a16="http://schemas.microsoft.com/office/drawing/2014/main" id="{6B2522A5-585C-C8E9-2249-3456489FA9E1}"/>
              </a:ext>
            </a:extLst>
          </p:cNvPr>
          <p:cNvSpPr/>
          <p:nvPr/>
        </p:nvSpPr>
        <p:spPr>
          <a:xfrm>
            <a:off x="788788" y="2230675"/>
            <a:ext cx="10798714" cy="395899"/>
          </a:xfrm>
          <a:prstGeom prst="wedgeRoundRectCallout">
            <a:avLst>
              <a:gd name="adj1" fmla="val -52311"/>
              <a:gd name="adj2" fmla="val -32189"/>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100" b="1" dirty="0">
                <a:solidFill>
                  <a:schemeClr val="tx1"/>
                </a:solidFill>
              </a:rPr>
              <a:t>Response1: </a:t>
            </a:r>
            <a:r>
              <a:rPr lang="en-US" altLang="zh-CN" sz="1100" dirty="0">
                <a:solidFill>
                  <a:schemeClr val="tx1"/>
                </a:solidFill>
              </a:rPr>
              <a:t>The video sequence consists of multiple frames showcasing various scenes and elements, primarily centered around discussions, promotional content, and controversial statements related to race. Here's a detailed breakdown of each frame:...</a:t>
            </a:r>
            <a:endParaRPr lang="zh-CN" altLang="en-US" sz="1100" dirty="0">
              <a:solidFill>
                <a:schemeClr val="tx1"/>
              </a:solidFill>
            </a:endParaRPr>
          </a:p>
        </p:txBody>
      </p:sp>
      <p:pic>
        <p:nvPicPr>
          <p:cNvPr id="319" name="图形 318" descr="头上的大脑 轮廓">
            <a:extLst>
              <a:ext uri="{FF2B5EF4-FFF2-40B4-BE49-F238E27FC236}">
                <a16:creationId xmlns:a16="http://schemas.microsoft.com/office/drawing/2014/main" id="{BABBBC00-3C06-FEA4-77B0-1C4769BBED2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773" y="3274112"/>
            <a:ext cx="562795" cy="562795"/>
          </a:xfrm>
          <a:prstGeom prst="rect">
            <a:avLst/>
          </a:prstGeom>
        </p:spPr>
      </p:pic>
      <p:sp>
        <p:nvSpPr>
          <p:cNvPr id="320" name="对话气泡: 圆角矩形 319">
            <a:extLst>
              <a:ext uri="{FF2B5EF4-FFF2-40B4-BE49-F238E27FC236}">
                <a16:creationId xmlns:a16="http://schemas.microsoft.com/office/drawing/2014/main" id="{487152D0-D639-4AE9-4FB0-E1CC59901E56}"/>
              </a:ext>
            </a:extLst>
          </p:cNvPr>
          <p:cNvSpPr/>
          <p:nvPr/>
        </p:nvSpPr>
        <p:spPr>
          <a:xfrm>
            <a:off x="789558" y="3394521"/>
            <a:ext cx="10789118" cy="386988"/>
          </a:xfrm>
          <a:prstGeom prst="wedgeRoundRectCallout">
            <a:avLst>
              <a:gd name="adj1" fmla="val -52240"/>
              <a:gd name="adj2" fmla="val -30837"/>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100" b="1" dirty="0">
                <a:solidFill>
                  <a:schemeClr val="tx1"/>
                </a:solidFill>
              </a:rPr>
              <a:t>Response2:</a:t>
            </a:r>
            <a:r>
              <a:rPr lang="en-US" altLang="zh-CN" sz="1100" dirty="0">
                <a:solidFill>
                  <a:schemeClr val="tx1"/>
                </a:solidFill>
              </a:rPr>
              <a:t>  The text in the video contains derogatory terms such as 'Coon' and 'Coon Shaming,' which are racial slurs used to demean Black people.", Reasoning: "The use of 'Coon' is a historically offensive term aimed at Black individuals, perpetuating racism by reducing them to stereotypes and derogatory caricatures.“  Confidence: 1</a:t>
            </a:r>
            <a:endParaRPr lang="zh-CN" altLang="en-US" sz="1100" dirty="0">
              <a:solidFill>
                <a:schemeClr val="tx1"/>
              </a:solidFill>
            </a:endParaRPr>
          </a:p>
        </p:txBody>
      </p:sp>
      <p:pic>
        <p:nvPicPr>
          <p:cNvPr id="321" name="图形 320" descr="头上的大脑 轮廓">
            <a:extLst>
              <a:ext uri="{FF2B5EF4-FFF2-40B4-BE49-F238E27FC236}">
                <a16:creationId xmlns:a16="http://schemas.microsoft.com/office/drawing/2014/main" id="{3A6FB552-9466-84FB-419F-A37AFF95D2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43" y="4471198"/>
            <a:ext cx="562795" cy="562795"/>
          </a:xfrm>
          <a:prstGeom prst="rect">
            <a:avLst/>
          </a:prstGeom>
        </p:spPr>
      </p:pic>
      <p:pic>
        <p:nvPicPr>
          <p:cNvPr id="323" name="图形 322" descr="头上的大脑 轮廓">
            <a:extLst>
              <a:ext uri="{FF2B5EF4-FFF2-40B4-BE49-F238E27FC236}">
                <a16:creationId xmlns:a16="http://schemas.microsoft.com/office/drawing/2014/main" id="{266F85A5-AC82-4827-52C6-BD15FD28872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126" y="5644808"/>
            <a:ext cx="562795" cy="562795"/>
          </a:xfrm>
          <a:prstGeom prst="rect">
            <a:avLst/>
          </a:prstGeom>
        </p:spPr>
      </p:pic>
      <p:sp>
        <p:nvSpPr>
          <p:cNvPr id="330" name="流程图: 合并 329">
            <a:extLst>
              <a:ext uri="{FF2B5EF4-FFF2-40B4-BE49-F238E27FC236}">
                <a16:creationId xmlns:a16="http://schemas.microsoft.com/office/drawing/2014/main" id="{D21569A7-3F11-D183-5CD8-FC17E2AEEE18}"/>
              </a:ext>
            </a:extLst>
          </p:cNvPr>
          <p:cNvSpPr/>
          <p:nvPr/>
        </p:nvSpPr>
        <p:spPr>
          <a:xfrm rot="16200000">
            <a:off x="198086"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1" name="流程图: 合并 330">
            <a:extLst>
              <a:ext uri="{FF2B5EF4-FFF2-40B4-BE49-F238E27FC236}">
                <a16:creationId xmlns:a16="http://schemas.microsoft.com/office/drawing/2014/main" id="{D423D968-A783-36D9-A346-944A21A7789F}"/>
              </a:ext>
            </a:extLst>
          </p:cNvPr>
          <p:cNvSpPr/>
          <p:nvPr/>
        </p:nvSpPr>
        <p:spPr>
          <a:xfrm rot="16200000">
            <a:off x="352565"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2" name="流程图: 合并 331">
            <a:extLst>
              <a:ext uri="{FF2B5EF4-FFF2-40B4-BE49-F238E27FC236}">
                <a16:creationId xmlns:a16="http://schemas.microsoft.com/office/drawing/2014/main" id="{4524DB72-8EDE-4CBA-70C4-5A5BB9F34EDA}"/>
              </a:ext>
            </a:extLst>
          </p:cNvPr>
          <p:cNvSpPr/>
          <p:nvPr/>
        </p:nvSpPr>
        <p:spPr>
          <a:xfrm rot="16200000">
            <a:off x="507044"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3" name="流程图: 合并 332">
            <a:extLst>
              <a:ext uri="{FF2B5EF4-FFF2-40B4-BE49-F238E27FC236}">
                <a16:creationId xmlns:a16="http://schemas.microsoft.com/office/drawing/2014/main" id="{3BC19D4D-B606-D1E2-5EA2-E5EA9B09F621}"/>
              </a:ext>
            </a:extLst>
          </p:cNvPr>
          <p:cNvSpPr/>
          <p:nvPr/>
        </p:nvSpPr>
        <p:spPr>
          <a:xfrm rot="16200000">
            <a:off x="661523"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4" name="流程图: 合并 333">
            <a:extLst>
              <a:ext uri="{FF2B5EF4-FFF2-40B4-BE49-F238E27FC236}">
                <a16:creationId xmlns:a16="http://schemas.microsoft.com/office/drawing/2014/main" id="{7E5F265D-EBA7-4881-AEED-984CF0DA9534}"/>
              </a:ext>
            </a:extLst>
          </p:cNvPr>
          <p:cNvSpPr/>
          <p:nvPr/>
        </p:nvSpPr>
        <p:spPr>
          <a:xfrm rot="16200000">
            <a:off x="816002"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5" name="流程图: 合并 334">
            <a:extLst>
              <a:ext uri="{FF2B5EF4-FFF2-40B4-BE49-F238E27FC236}">
                <a16:creationId xmlns:a16="http://schemas.microsoft.com/office/drawing/2014/main" id="{09273895-88EF-C2F4-B348-A3DFFC343144}"/>
              </a:ext>
            </a:extLst>
          </p:cNvPr>
          <p:cNvSpPr/>
          <p:nvPr/>
        </p:nvSpPr>
        <p:spPr>
          <a:xfrm rot="16200000">
            <a:off x="970481"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6" name="流程图: 合并 335">
            <a:extLst>
              <a:ext uri="{FF2B5EF4-FFF2-40B4-BE49-F238E27FC236}">
                <a16:creationId xmlns:a16="http://schemas.microsoft.com/office/drawing/2014/main" id="{6C718B0B-F8F8-9795-5CD2-076EA6A3471C}"/>
              </a:ext>
            </a:extLst>
          </p:cNvPr>
          <p:cNvSpPr/>
          <p:nvPr/>
        </p:nvSpPr>
        <p:spPr>
          <a:xfrm rot="16200000">
            <a:off x="1124960"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7" name="流程图: 合并 336">
            <a:extLst>
              <a:ext uri="{FF2B5EF4-FFF2-40B4-BE49-F238E27FC236}">
                <a16:creationId xmlns:a16="http://schemas.microsoft.com/office/drawing/2014/main" id="{79FF8592-7DF2-069D-8671-814E98C63C91}"/>
              </a:ext>
            </a:extLst>
          </p:cNvPr>
          <p:cNvSpPr/>
          <p:nvPr/>
        </p:nvSpPr>
        <p:spPr>
          <a:xfrm rot="16200000">
            <a:off x="1279439"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8" name="流程图: 合并 337">
            <a:extLst>
              <a:ext uri="{FF2B5EF4-FFF2-40B4-BE49-F238E27FC236}">
                <a16:creationId xmlns:a16="http://schemas.microsoft.com/office/drawing/2014/main" id="{D53AB04C-DB22-ABC4-3BF0-D3F440C0E099}"/>
              </a:ext>
            </a:extLst>
          </p:cNvPr>
          <p:cNvSpPr/>
          <p:nvPr/>
        </p:nvSpPr>
        <p:spPr>
          <a:xfrm rot="16200000">
            <a:off x="1433918"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9" name="流程图: 合并 338">
            <a:extLst>
              <a:ext uri="{FF2B5EF4-FFF2-40B4-BE49-F238E27FC236}">
                <a16:creationId xmlns:a16="http://schemas.microsoft.com/office/drawing/2014/main" id="{CBB2D325-8C1F-1757-AF9C-F6AE64E136AE}"/>
              </a:ext>
            </a:extLst>
          </p:cNvPr>
          <p:cNvSpPr/>
          <p:nvPr/>
        </p:nvSpPr>
        <p:spPr>
          <a:xfrm rot="16200000">
            <a:off x="1588397"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0" name="流程图: 合并 339">
            <a:extLst>
              <a:ext uri="{FF2B5EF4-FFF2-40B4-BE49-F238E27FC236}">
                <a16:creationId xmlns:a16="http://schemas.microsoft.com/office/drawing/2014/main" id="{F237C76D-854A-BD17-6B0E-792C9378E321}"/>
              </a:ext>
            </a:extLst>
          </p:cNvPr>
          <p:cNvSpPr/>
          <p:nvPr/>
        </p:nvSpPr>
        <p:spPr>
          <a:xfrm rot="16200000">
            <a:off x="1742876"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1" name="流程图: 合并 340">
            <a:extLst>
              <a:ext uri="{FF2B5EF4-FFF2-40B4-BE49-F238E27FC236}">
                <a16:creationId xmlns:a16="http://schemas.microsoft.com/office/drawing/2014/main" id="{56852A00-D879-7494-4B10-7D6A27DBBA4D}"/>
              </a:ext>
            </a:extLst>
          </p:cNvPr>
          <p:cNvSpPr/>
          <p:nvPr/>
        </p:nvSpPr>
        <p:spPr>
          <a:xfrm rot="16200000">
            <a:off x="1897355"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2" name="流程图: 合并 341">
            <a:extLst>
              <a:ext uri="{FF2B5EF4-FFF2-40B4-BE49-F238E27FC236}">
                <a16:creationId xmlns:a16="http://schemas.microsoft.com/office/drawing/2014/main" id="{66854100-9279-A92B-EA12-808F6E91DCA6}"/>
              </a:ext>
            </a:extLst>
          </p:cNvPr>
          <p:cNvSpPr/>
          <p:nvPr/>
        </p:nvSpPr>
        <p:spPr>
          <a:xfrm rot="16200000">
            <a:off x="2051834"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3" name="流程图: 合并 342">
            <a:extLst>
              <a:ext uri="{FF2B5EF4-FFF2-40B4-BE49-F238E27FC236}">
                <a16:creationId xmlns:a16="http://schemas.microsoft.com/office/drawing/2014/main" id="{61DAC7D7-64A7-D3BF-0ACB-03552CFAC8B5}"/>
              </a:ext>
            </a:extLst>
          </p:cNvPr>
          <p:cNvSpPr/>
          <p:nvPr/>
        </p:nvSpPr>
        <p:spPr>
          <a:xfrm rot="16200000">
            <a:off x="2206313"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4" name="流程图: 合并 343">
            <a:extLst>
              <a:ext uri="{FF2B5EF4-FFF2-40B4-BE49-F238E27FC236}">
                <a16:creationId xmlns:a16="http://schemas.microsoft.com/office/drawing/2014/main" id="{73B5D219-3CCE-FC13-88CF-4F36AFE233D0}"/>
              </a:ext>
            </a:extLst>
          </p:cNvPr>
          <p:cNvSpPr/>
          <p:nvPr/>
        </p:nvSpPr>
        <p:spPr>
          <a:xfrm rot="16200000">
            <a:off x="2360792"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5" name="流程图: 合并 344">
            <a:extLst>
              <a:ext uri="{FF2B5EF4-FFF2-40B4-BE49-F238E27FC236}">
                <a16:creationId xmlns:a16="http://schemas.microsoft.com/office/drawing/2014/main" id="{E04A4217-9487-BA89-04AD-0AD9CFB13414}"/>
              </a:ext>
            </a:extLst>
          </p:cNvPr>
          <p:cNvSpPr/>
          <p:nvPr/>
        </p:nvSpPr>
        <p:spPr>
          <a:xfrm rot="16200000">
            <a:off x="2515271"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6" name="流程图: 合并 345">
            <a:extLst>
              <a:ext uri="{FF2B5EF4-FFF2-40B4-BE49-F238E27FC236}">
                <a16:creationId xmlns:a16="http://schemas.microsoft.com/office/drawing/2014/main" id="{673EC6EB-A1D2-40D8-B5E8-68A85F59627A}"/>
              </a:ext>
            </a:extLst>
          </p:cNvPr>
          <p:cNvSpPr/>
          <p:nvPr/>
        </p:nvSpPr>
        <p:spPr>
          <a:xfrm rot="16200000">
            <a:off x="2669750"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7" name="流程图: 合并 346">
            <a:extLst>
              <a:ext uri="{FF2B5EF4-FFF2-40B4-BE49-F238E27FC236}">
                <a16:creationId xmlns:a16="http://schemas.microsoft.com/office/drawing/2014/main" id="{9B4B1537-2E1C-A306-CF8E-7832AC2CAAA7}"/>
              </a:ext>
            </a:extLst>
          </p:cNvPr>
          <p:cNvSpPr/>
          <p:nvPr/>
        </p:nvSpPr>
        <p:spPr>
          <a:xfrm rot="16200000">
            <a:off x="2824229"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8" name="流程图: 合并 347">
            <a:extLst>
              <a:ext uri="{FF2B5EF4-FFF2-40B4-BE49-F238E27FC236}">
                <a16:creationId xmlns:a16="http://schemas.microsoft.com/office/drawing/2014/main" id="{359FDDA5-B6D7-4CD7-F3EC-8D8F0B917388}"/>
              </a:ext>
            </a:extLst>
          </p:cNvPr>
          <p:cNvSpPr/>
          <p:nvPr/>
        </p:nvSpPr>
        <p:spPr>
          <a:xfrm rot="16200000">
            <a:off x="2978708"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9" name="流程图: 合并 348">
            <a:extLst>
              <a:ext uri="{FF2B5EF4-FFF2-40B4-BE49-F238E27FC236}">
                <a16:creationId xmlns:a16="http://schemas.microsoft.com/office/drawing/2014/main" id="{1ABE827E-D08D-441F-7F0D-953314055D81}"/>
              </a:ext>
            </a:extLst>
          </p:cNvPr>
          <p:cNvSpPr/>
          <p:nvPr/>
        </p:nvSpPr>
        <p:spPr>
          <a:xfrm rot="16200000">
            <a:off x="3133187"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0" name="流程图: 合并 349">
            <a:extLst>
              <a:ext uri="{FF2B5EF4-FFF2-40B4-BE49-F238E27FC236}">
                <a16:creationId xmlns:a16="http://schemas.microsoft.com/office/drawing/2014/main" id="{85A88FC4-ABEC-C93C-13E0-EB67B3B6580D}"/>
              </a:ext>
            </a:extLst>
          </p:cNvPr>
          <p:cNvSpPr/>
          <p:nvPr/>
        </p:nvSpPr>
        <p:spPr>
          <a:xfrm rot="16200000">
            <a:off x="3287666"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1" name="流程图: 合并 350">
            <a:extLst>
              <a:ext uri="{FF2B5EF4-FFF2-40B4-BE49-F238E27FC236}">
                <a16:creationId xmlns:a16="http://schemas.microsoft.com/office/drawing/2014/main" id="{542D649C-EAEC-D343-1D34-1E113875851C}"/>
              </a:ext>
            </a:extLst>
          </p:cNvPr>
          <p:cNvSpPr/>
          <p:nvPr/>
        </p:nvSpPr>
        <p:spPr>
          <a:xfrm rot="16200000">
            <a:off x="3442145"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2" name="流程图: 合并 351">
            <a:extLst>
              <a:ext uri="{FF2B5EF4-FFF2-40B4-BE49-F238E27FC236}">
                <a16:creationId xmlns:a16="http://schemas.microsoft.com/office/drawing/2014/main" id="{E09E12CC-E041-9FEC-3CFB-7C49FB52D742}"/>
              </a:ext>
            </a:extLst>
          </p:cNvPr>
          <p:cNvSpPr/>
          <p:nvPr/>
        </p:nvSpPr>
        <p:spPr>
          <a:xfrm rot="16200000">
            <a:off x="3596624"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3" name="流程图: 合并 352">
            <a:extLst>
              <a:ext uri="{FF2B5EF4-FFF2-40B4-BE49-F238E27FC236}">
                <a16:creationId xmlns:a16="http://schemas.microsoft.com/office/drawing/2014/main" id="{089E998E-D9A3-8642-4635-22F9A1B0E023}"/>
              </a:ext>
            </a:extLst>
          </p:cNvPr>
          <p:cNvSpPr/>
          <p:nvPr/>
        </p:nvSpPr>
        <p:spPr>
          <a:xfrm rot="16200000">
            <a:off x="3751103"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4" name="流程图: 合并 353">
            <a:extLst>
              <a:ext uri="{FF2B5EF4-FFF2-40B4-BE49-F238E27FC236}">
                <a16:creationId xmlns:a16="http://schemas.microsoft.com/office/drawing/2014/main" id="{F878D410-15BC-53FD-DC08-3965BE563763}"/>
              </a:ext>
            </a:extLst>
          </p:cNvPr>
          <p:cNvSpPr/>
          <p:nvPr/>
        </p:nvSpPr>
        <p:spPr>
          <a:xfrm rot="16200000">
            <a:off x="3905582"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5" name="流程图: 合并 354">
            <a:extLst>
              <a:ext uri="{FF2B5EF4-FFF2-40B4-BE49-F238E27FC236}">
                <a16:creationId xmlns:a16="http://schemas.microsoft.com/office/drawing/2014/main" id="{777CE5AC-2EA6-69B2-E461-3D95395D8505}"/>
              </a:ext>
            </a:extLst>
          </p:cNvPr>
          <p:cNvSpPr/>
          <p:nvPr/>
        </p:nvSpPr>
        <p:spPr>
          <a:xfrm rot="16200000">
            <a:off x="4060061"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6" name="流程图: 合并 355">
            <a:extLst>
              <a:ext uri="{FF2B5EF4-FFF2-40B4-BE49-F238E27FC236}">
                <a16:creationId xmlns:a16="http://schemas.microsoft.com/office/drawing/2014/main" id="{A2363AA8-BA23-D555-EE40-488147A381C4}"/>
              </a:ext>
            </a:extLst>
          </p:cNvPr>
          <p:cNvSpPr/>
          <p:nvPr/>
        </p:nvSpPr>
        <p:spPr>
          <a:xfrm rot="16200000">
            <a:off x="4214540"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7" name="流程图: 合并 356">
            <a:extLst>
              <a:ext uri="{FF2B5EF4-FFF2-40B4-BE49-F238E27FC236}">
                <a16:creationId xmlns:a16="http://schemas.microsoft.com/office/drawing/2014/main" id="{E685B350-2FC4-27DB-51EF-28254794C948}"/>
              </a:ext>
            </a:extLst>
          </p:cNvPr>
          <p:cNvSpPr/>
          <p:nvPr/>
        </p:nvSpPr>
        <p:spPr>
          <a:xfrm rot="16200000">
            <a:off x="4369019"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8" name="流程图: 合并 357">
            <a:extLst>
              <a:ext uri="{FF2B5EF4-FFF2-40B4-BE49-F238E27FC236}">
                <a16:creationId xmlns:a16="http://schemas.microsoft.com/office/drawing/2014/main" id="{C2A694E6-B916-08C8-AF57-9B1743932908}"/>
              </a:ext>
            </a:extLst>
          </p:cNvPr>
          <p:cNvSpPr/>
          <p:nvPr/>
        </p:nvSpPr>
        <p:spPr>
          <a:xfrm rot="16200000">
            <a:off x="4523498"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9" name="流程图: 合并 358">
            <a:extLst>
              <a:ext uri="{FF2B5EF4-FFF2-40B4-BE49-F238E27FC236}">
                <a16:creationId xmlns:a16="http://schemas.microsoft.com/office/drawing/2014/main" id="{DDEDD32B-3A76-B524-8173-356E31D6EF18}"/>
              </a:ext>
            </a:extLst>
          </p:cNvPr>
          <p:cNvSpPr/>
          <p:nvPr/>
        </p:nvSpPr>
        <p:spPr>
          <a:xfrm rot="16200000">
            <a:off x="4677977"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0" name="流程图: 合并 359">
            <a:extLst>
              <a:ext uri="{FF2B5EF4-FFF2-40B4-BE49-F238E27FC236}">
                <a16:creationId xmlns:a16="http://schemas.microsoft.com/office/drawing/2014/main" id="{774841B5-4B69-2DF3-39E4-39874C7CD899}"/>
              </a:ext>
            </a:extLst>
          </p:cNvPr>
          <p:cNvSpPr/>
          <p:nvPr/>
        </p:nvSpPr>
        <p:spPr>
          <a:xfrm rot="16200000">
            <a:off x="4832456"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1" name="流程图: 合并 360">
            <a:extLst>
              <a:ext uri="{FF2B5EF4-FFF2-40B4-BE49-F238E27FC236}">
                <a16:creationId xmlns:a16="http://schemas.microsoft.com/office/drawing/2014/main" id="{397DE9ED-4763-EEE7-4E9A-E458C704FFA7}"/>
              </a:ext>
            </a:extLst>
          </p:cNvPr>
          <p:cNvSpPr/>
          <p:nvPr/>
        </p:nvSpPr>
        <p:spPr>
          <a:xfrm rot="16200000">
            <a:off x="4986935"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2" name="流程图: 合并 361">
            <a:extLst>
              <a:ext uri="{FF2B5EF4-FFF2-40B4-BE49-F238E27FC236}">
                <a16:creationId xmlns:a16="http://schemas.microsoft.com/office/drawing/2014/main" id="{EA9AF878-B791-5859-ED2E-817C34AA5501}"/>
              </a:ext>
            </a:extLst>
          </p:cNvPr>
          <p:cNvSpPr/>
          <p:nvPr/>
        </p:nvSpPr>
        <p:spPr>
          <a:xfrm rot="16200000">
            <a:off x="5141414"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3" name="流程图: 合并 362">
            <a:extLst>
              <a:ext uri="{FF2B5EF4-FFF2-40B4-BE49-F238E27FC236}">
                <a16:creationId xmlns:a16="http://schemas.microsoft.com/office/drawing/2014/main" id="{95D96D84-A547-5A26-D132-B2F987A80129}"/>
              </a:ext>
            </a:extLst>
          </p:cNvPr>
          <p:cNvSpPr/>
          <p:nvPr/>
        </p:nvSpPr>
        <p:spPr>
          <a:xfrm rot="16200000">
            <a:off x="5295893"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4" name="流程图: 合并 363">
            <a:extLst>
              <a:ext uri="{FF2B5EF4-FFF2-40B4-BE49-F238E27FC236}">
                <a16:creationId xmlns:a16="http://schemas.microsoft.com/office/drawing/2014/main" id="{E3741C92-A5FD-D3DB-97E4-C5D313F72F9F}"/>
              </a:ext>
            </a:extLst>
          </p:cNvPr>
          <p:cNvSpPr/>
          <p:nvPr/>
        </p:nvSpPr>
        <p:spPr>
          <a:xfrm rot="16200000">
            <a:off x="5450372"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5" name="流程图: 合并 364">
            <a:extLst>
              <a:ext uri="{FF2B5EF4-FFF2-40B4-BE49-F238E27FC236}">
                <a16:creationId xmlns:a16="http://schemas.microsoft.com/office/drawing/2014/main" id="{8DEBEF77-6404-2306-1D08-EE74D7FFA44F}"/>
              </a:ext>
            </a:extLst>
          </p:cNvPr>
          <p:cNvSpPr/>
          <p:nvPr/>
        </p:nvSpPr>
        <p:spPr>
          <a:xfrm rot="16200000">
            <a:off x="5604851"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6" name="流程图: 合并 365">
            <a:extLst>
              <a:ext uri="{FF2B5EF4-FFF2-40B4-BE49-F238E27FC236}">
                <a16:creationId xmlns:a16="http://schemas.microsoft.com/office/drawing/2014/main" id="{925F100C-A5D9-6132-8F56-24872D082E87}"/>
              </a:ext>
            </a:extLst>
          </p:cNvPr>
          <p:cNvSpPr/>
          <p:nvPr/>
        </p:nvSpPr>
        <p:spPr>
          <a:xfrm rot="16200000">
            <a:off x="5759330"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7" name="流程图: 合并 366">
            <a:extLst>
              <a:ext uri="{FF2B5EF4-FFF2-40B4-BE49-F238E27FC236}">
                <a16:creationId xmlns:a16="http://schemas.microsoft.com/office/drawing/2014/main" id="{99BBB76D-9CB4-FE20-F277-2A5A87C5356A}"/>
              </a:ext>
            </a:extLst>
          </p:cNvPr>
          <p:cNvSpPr/>
          <p:nvPr/>
        </p:nvSpPr>
        <p:spPr>
          <a:xfrm rot="16200000">
            <a:off x="5913809"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8" name="流程图: 合并 367">
            <a:extLst>
              <a:ext uri="{FF2B5EF4-FFF2-40B4-BE49-F238E27FC236}">
                <a16:creationId xmlns:a16="http://schemas.microsoft.com/office/drawing/2014/main" id="{BBE8576D-EA1D-6E29-FD64-3F9B84A78464}"/>
              </a:ext>
            </a:extLst>
          </p:cNvPr>
          <p:cNvSpPr/>
          <p:nvPr/>
        </p:nvSpPr>
        <p:spPr>
          <a:xfrm rot="16200000">
            <a:off x="6068288"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9" name="流程图: 合并 368">
            <a:extLst>
              <a:ext uri="{FF2B5EF4-FFF2-40B4-BE49-F238E27FC236}">
                <a16:creationId xmlns:a16="http://schemas.microsoft.com/office/drawing/2014/main" id="{F3D00F4A-D1B5-79D3-2336-2DC65707E82F}"/>
              </a:ext>
            </a:extLst>
          </p:cNvPr>
          <p:cNvSpPr/>
          <p:nvPr/>
        </p:nvSpPr>
        <p:spPr>
          <a:xfrm rot="16200000">
            <a:off x="6222767"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0" name="流程图: 合并 369">
            <a:extLst>
              <a:ext uri="{FF2B5EF4-FFF2-40B4-BE49-F238E27FC236}">
                <a16:creationId xmlns:a16="http://schemas.microsoft.com/office/drawing/2014/main" id="{6FCC0FE6-6E66-4DF8-FC9B-A9D4A8291C12}"/>
              </a:ext>
            </a:extLst>
          </p:cNvPr>
          <p:cNvSpPr/>
          <p:nvPr/>
        </p:nvSpPr>
        <p:spPr>
          <a:xfrm rot="16200000">
            <a:off x="6377246"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1" name="流程图: 合并 370">
            <a:extLst>
              <a:ext uri="{FF2B5EF4-FFF2-40B4-BE49-F238E27FC236}">
                <a16:creationId xmlns:a16="http://schemas.microsoft.com/office/drawing/2014/main" id="{2A3893AA-3CDF-CB65-81EA-858B56B657E2}"/>
              </a:ext>
            </a:extLst>
          </p:cNvPr>
          <p:cNvSpPr/>
          <p:nvPr/>
        </p:nvSpPr>
        <p:spPr>
          <a:xfrm rot="16200000">
            <a:off x="6531725"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2" name="流程图: 合并 371">
            <a:extLst>
              <a:ext uri="{FF2B5EF4-FFF2-40B4-BE49-F238E27FC236}">
                <a16:creationId xmlns:a16="http://schemas.microsoft.com/office/drawing/2014/main" id="{95AD4759-C3AE-9DDF-721E-E84D255548C7}"/>
              </a:ext>
            </a:extLst>
          </p:cNvPr>
          <p:cNvSpPr/>
          <p:nvPr/>
        </p:nvSpPr>
        <p:spPr>
          <a:xfrm rot="16200000">
            <a:off x="6686204"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3" name="流程图: 合并 372">
            <a:extLst>
              <a:ext uri="{FF2B5EF4-FFF2-40B4-BE49-F238E27FC236}">
                <a16:creationId xmlns:a16="http://schemas.microsoft.com/office/drawing/2014/main" id="{C1BF3914-048D-D501-4144-7F896B3A9BCE}"/>
              </a:ext>
            </a:extLst>
          </p:cNvPr>
          <p:cNvSpPr/>
          <p:nvPr/>
        </p:nvSpPr>
        <p:spPr>
          <a:xfrm rot="16200000">
            <a:off x="6840683"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4" name="流程图: 合并 373">
            <a:extLst>
              <a:ext uri="{FF2B5EF4-FFF2-40B4-BE49-F238E27FC236}">
                <a16:creationId xmlns:a16="http://schemas.microsoft.com/office/drawing/2014/main" id="{3D69FB1E-9AB3-630E-33E9-AEAAD4D81F67}"/>
              </a:ext>
            </a:extLst>
          </p:cNvPr>
          <p:cNvSpPr/>
          <p:nvPr/>
        </p:nvSpPr>
        <p:spPr>
          <a:xfrm rot="16200000">
            <a:off x="6995162"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5" name="流程图: 合并 374">
            <a:extLst>
              <a:ext uri="{FF2B5EF4-FFF2-40B4-BE49-F238E27FC236}">
                <a16:creationId xmlns:a16="http://schemas.microsoft.com/office/drawing/2014/main" id="{03771AFA-E855-941E-6C35-4898020F0E21}"/>
              </a:ext>
            </a:extLst>
          </p:cNvPr>
          <p:cNvSpPr/>
          <p:nvPr/>
        </p:nvSpPr>
        <p:spPr>
          <a:xfrm rot="16200000">
            <a:off x="7149641"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6" name="流程图: 合并 375">
            <a:extLst>
              <a:ext uri="{FF2B5EF4-FFF2-40B4-BE49-F238E27FC236}">
                <a16:creationId xmlns:a16="http://schemas.microsoft.com/office/drawing/2014/main" id="{A211A692-5D08-05D3-72C0-6A65950F8F78}"/>
              </a:ext>
            </a:extLst>
          </p:cNvPr>
          <p:cNvSpPr/>
          <p:nvPr/>
        </p:nvSpPr>
        <p:spPr>
          <a:xfrm rot="16200000">
            <a:off x="7304120"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7" name="流程图: 合并 376">
            <a:extLst>
              <a:ext uri="{FF2B5EF4-FFF2-40B4-BE49-F238E27FC236}">
                <a16:creationId xmlns:a16="http://schemas.microsoft.com/office/drawing/2014/main" id="{3A81856C-2984-CE1E-C94C-EE776DC9D6D0}"/>
              </a:ext>
            </a:extLst>
          </p:cNvPr>
          <p:cNvSpPr/>
          <p:nvPr/>
        </p:nvSpPr>
        <p:spPr>
          <a:xfrm rot="16200000">
            <a:off x="7458599"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8" name="流程图: 合并 377">
            <a:extLst>
              <a:ext uri="{FF2B5EF4-FFF2-40B4-BE49-F238E27FC236}">
                <a16:creationId xmlns:a16="http://schemas.microsoft.com/office/drawing/2014/main" id="{DB336650-3D76-2E14-8630-0F2F235A06B9}"/>
              </a:ext>
            </a:extLst>
          </p:cNvPr>
          <p:cNvSpPr/>
          <p:nvPr/>
        </p:nvSpPr>
        <p:spPr>
          <a:xfrm rot="16200000">
            <a:off x="7613078"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9" name="流程图: 合并 378">
            <a:extLst>
              <a:ext uri="{FF2B5EF4-FFF2-40B4-BE49-F238E27FC236}">
                <a16:creationId xmlns:a16="http://schemas.microsoft.com/office/drawing/2014/main" id="{441CDAC0-C32B-E5F9-5651-D3EB82F6D720}"/>
              </a:ext>
            </a:extLst>
          </p:cNvPr>
          <p:cNvSpPr/>
          <p:nvPr/>
        </p:nvSpPr>
        <p:spPr>
          <a:xfrm rot="16200000">
            <a:off x="7767557"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0" name="流程图: 合并 379">
            <a:extLst>
              <a:ext uri="{FF2B5EF4-FFF2-40B4-BE49-F238E27FC236}">
                <a16:creationId xmlns:a16="http://schemas.microsoft.com/office/drawing/2014/main" id="{ACF9ED87-49DA-1116-B127-B2C2D83C343F}"/>
              </a:ext>
            </a:extLst>
          </p:cNvPr>
          <p:cNvSpPr/>
          <p:nvPr/>
        </p:nvSpPr>
        <p:spPr>
          <a:xfrm rot="16200000">
            <a:off x="7922036"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1" name="流程图: 合并 380">
            <a:extLst>
              <a:ext uri="{FF2B5EF4-FFF2-40B4-BE49-F238E27FC236}">
                <a16:creationId xmlns:a16="http://schemas.microsoft.com/office/drawing/2014/main" id="{F2D91D13-03DB-583C-6396-896ECCA0B15B}"/>
              </a:ext>
            </a:extLst>
          </p:cNvPr>
          <p:cNvSpPr/>
          <p:nvPr/>
        </p:nvSpPr>
        <p:spPr>
          <a:xfrm rot="16200000">
            <a:off x="8076515"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2" name="流程图: 合并 381">
            <a:extLst>
              <a:ext uri="{FF2B5EF4-FFF2-40B4-BE49-F238E27FC236}">
                <a16:creationId xmlns:a16="http://schemas.microsoft.com/office/drawing/2014/main" id="{4DED288F-72B8-CFE4-D47D-D1342AFC21B0}"/>
              </a:ext>
            </a:extLst>
          </p:cNvPr>
          <p:cNvSpPr/>
          <p:nvPr/>
        </p:nvSpPr>
        <p:spPr>
          <a:xfrm rot="16200000">
            <a:off x="8230994"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3" name="流程图: 合并 382">
            <a:extLst>
              <a:ext uri="{FF2B5EF4-FFF2-40B4-BE49-F238E27FC236}">
                <a16:creationId xmlns:a16="http://schemas.microsoft.com/office/drawing/2014/main" id="{8819A6D7-6A8F-EC6C-A6FB-3EEF83B6B4D2}"/>
              </a:ext>
            </a:extLst>
          </p:cNvPr>
          <p:cNvSpPr/>
          <p:nvPr/>
        </p:nvSpPr>
        <p:spPr>
          <a:xfrm rot="16200000">
            <a:off x="8385473"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4" name="流程图: 合并 383">
            <a:extLst>
              <a:ext uri="{FF2B5EF4-FFF2-40B4-BE49-F238E27FC236}">
                <a16:creationId xmlns:a16="http://schemas.microsoft.com/office/drawing/2014/main" id="{CCC4AAAF-513D-A934-8E5F-6B571115405D}"/>
              </a:ext>
            </a:extLst>
          </p:cNvPr>
          <p:cNvSpPr/>
          <p:nvPr/>
        </p:nvSpPr>
        <p:spPr>
          <a:xfrm rot="16200000">
            <a:off x="8539952"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5" name="流程图: 合并 384">
            <a:extLst>
              <a:ext uri="{FF2B5EF4-FFF2-40B4-BE49-F238E27FC236}">
                <a16:creationId xmlns:a16="http://schemas.microsoft.com/office/drawing/2014/main" id="{79C23705-A151-DF2D-D693-4FA7273615E8}"/>
              </a:ext>
            </a:extLst>
          </p:cNvPr>
          <p:cNvSpPr/>
          <p:nvPr/>
        </p:nvSpPr>
        <p:spPr>
          <a:xfrm rot="16200000">
            <a:off x="8694431"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6" name="流程图: 合并 385">
            <a:extLst>
              <a:ext uri="{FF2B5EF4-FFF2-40B4-BE49-F238E27FC236}">
                <a16:creationId xmlns:a16="http://schemas.microsoft.com/office/drawing/2014/main" id="{199E5DBB-083A-B939-0717-E20657A905AD}"/>
              </a:ext>
            </a:extLst>
          </p:cNvPr>
          <p:cNvSpPr/>
          <p:nvPr/>
        </p:nvSpPr>
        <p:spPr>
          <a:xfrm rot="16200000">
            <a:off x="8848910"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7" name="流程图: 合并 386">
            <a:extLst>
              <a:ext uri="{FF2B5EF4-FFF2-40B4-BE49-F238E27FC236}">
                <a16:creationId xmlns:a16="http://schemas.microsoft.com/office/drawing/2014/main" id="{E9A59761-773A-C27E-0D75-2A8D21D4A8CE}"/>
              </a:ext>
            </a:extLst>
          </p:cNvPr>
          <p:cNvSpPr/>
          <p:nvPr/>
        </p:nvSpPr>
        <p:spPr>
          <a:xfrm rot="16200000">
            <a:off x="9003389"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8" name="流程图: 合并 387">
            <a:extLst>
              <a:ext uri="{FF2B5EF4-FFF2-40B4-BE49-F238E27FC236}">
                <a16:creationId xmlns:a16="http://schemas.microsoft.com/office/drawing/2014/main" id="{A55E3A7B-5E5C-0BD8-37D2-455182970036}"/>
              </a:ext>
            </a:extLst>
          </p:cNvPr>
          <p:cNvSpPr/>
          <p:nvPr/>
        </p:nvSpPr>
        <p:spPr>
          <a:xfrm rot="16200000">
            <a:off x="9157868"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9" name="流程图: 合并 388">
            <a:extLst>
              <a:ext uri="{FF2B5EF4-FFF2-40B4-BE49-F238E27FC236}">
                <a16:creationId xmlns:a16="http://schemas.microsoft.com/office/drawing/2014/main" id="{9EEB58DB-C490-3BB9-DD5E-778D2364D8E0}"/>
              </a:ext>
            </a:extLst>
          </p:cNvPr>
          <p:cNvSpPr/>
          <p:nvPr/>
        </p:nvSpPr>
        <p:spPr>
          <a:xfrm rot="16200000">
            <a:off x="9312347"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0" name="流程图: 合并 389">
            <a:extLst>
              <a:ext uri="{FF2B5EF4-FFF2-40B4-BE49-F238E27FC236}">
                <a16:creationId xmlns:a16="http://schemas.microsoft.com/office/drawing/2014/main" id="{51A63656-CEF3-54A2-D21E-5FD1F0A9388E}"/>
              </a:ext>
            </a:extLst>
          </p:cNvPr>
          <p:cNvSpPr/>
          <p:nvPr/>
        </p:nvSpPr>
        <p:spPr>
          <a:xfrm rot="16200000">
            <a:off x="9466826"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1" name="流程图: 合并 390">
            <a:extLst>
              <a:ext uri="{FF2B5EF4-FFF2-40B4-BE49-F238E27FC236}">
                <a16:creationId xmlns:a16="http://schemas.microsoft.com/office/drawing/2014/main" id="{5D71EA65-A3F6-8E77-F4F7-62838FC06082}"/>
              </a:ext>
            </a:extLst>
          </p:cNvPr>
          <p:cNvSpPr/>
          <p:nvPr/>
        </p:nvSpPr>
        <p:spPr>
          <a:xfrm rot="16200000">
            <a:off x="9621305"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2" name="流程图: 合并 391">
            <a:extLst>
              <a:ext uri="{FF2B5EF4-FFF2-40B4-BE49-F238E27FC236}">
                <a16:creationId xmlns:a16="http://schemas.microsoft.com/office/drawing/2014/main" id="{3D3F2E0C-D7BA-668D-628C-7583DC734192}"/>
              </a:ext>
            </a:extLst>
          </p:cNvPr>
          <p:cNvSpPr/>
          <p:nvPr/>
        </p:nvSpPr>
        <p:spPr>
          <a:xfrm rot="16200000">
            <a:off x="9775784"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3" name="流程图: 合并 392">
            <a:extLst>
              <a:ext uri="{FF2B5EF4-FFF2-40B4-BE49-F238E27FC236}">
                <a16:creationId xmlns:a16="http://schemas.microsoft.com/office/drawing/2014/main" id="{6B6ACE15-AAAE-0C4C-3EE0-E52DE61460ED}"/>
              </a:ext>
            </a:extLst>
          </p:cNvPr>
          <p:cNvSpPr/>
          <p:nvPr/>
        </p:nvSpPr>
        <p:spPr>
          <a:xfrm rot="16200000">
            <a:off x="9930263"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4" name="流程图: 合并 393">
            <a:extLst>
              <a:ext uri="{FF2B5EF4-FFF2-40B4-BE49-F238E27FC236}">
                <a16:creationId xmlns:a16="http://schemas.microsoft.com/office/drawing/2014/main" id="{58B98051-DDB9-AEB7-9CC5-A0BB2B3CBE7C}"/>
              </a:ext>
            </a:extLst>
          </p:cNvPr>
          <p:cNvSpPr/>
          <p:nvPr/>
        </p:nvSpPr>
        <p:spPr>
          <a:xfrm rot="16200000">
            <a:off x="10084742"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5" name="流程图: 合并 394">
            <a:extLst>
              <a:ext uri="{FF2B5EF4-FFF2-40B4-BE49-F238E27FC236}">
                <a16:creationId xmlns:a16="http://schemas.microsoft.com/office/drawing/2014/main" id="{4CE7C55D-D2C4-9B45-1E43-209DCE38C1FC}"/>
              </a:ext>
            </a:extLst>
          </p:cNvPr>
          <p:cNvSpPr/>
          <p:nvPr/>
        </p:nvSpPr>
        <p:spPr>
          <a:xfrm rot="16200000">
            <a:off x="10239221"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6" name="流程图: 合并 395">
            <a:extLst>
              <a:ext uri="{FF2B5EF4-FFF2-40B4-BE49-F238E27FC236}">
                <a16:creationId xmlns:a16="http://schemas.microsoft.com/office/drawing/2014/main" id="{D2840CC7-2A40-532D-3889-E943A35A58A7}"/>
              </a:ext>
            </a:extLst>
          </p:cNvPr>
          <p:cNvSpPr/>
          <p:nvPr/>
        </p:nvSpPr>
        <p:spPr>
          <a:xfrm rot="16200000">
            <a:off x="10393700"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7" name="流程图: 合并 396">
            <a:extLst>
              <a:ext uri="{FF2B5EF4-FFF2-40B4-BE49-F238E27FC236}">
                <a16:creationId xmlns:a16="http://schemas.microsoft.com/office/drawing/2014/main" id="{3F0DB1F1-8157-2FFC-4F7C-64F19D614074}"/>
              </a:ext>
            </a:extLst>
          </p:cNvPr>
          <p:cNvSpPr/>
          <p:nvPr/>
        </p:nvSpPr>
        <p:spPr>
          <a:xfrm rot="16200000">
            <a:off x="10548179"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8" name="流程图: 合并 397">
            <a:extLst>
              <a:ext uri="{FF2B5EF4-FFF2-40B4-BE49-F238E27FC236}">
                <a16:creationId xmlns:a16="http://schemas.microsoft.com/office/drawing/2014/main" id="{D0FC5F25-CB77-793C-5947-5EAD4523C2DD}"/>
              </a:ext>
            </a:extLst>
          </p:cNvPr>
          <p:cNvSpPr/>
          <p:nvPr/>
        </p:nvSpPr>
        <p:spPr>
          <a:xfrm rot="16200000">
            <a:off x="10702658"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9" name="流程图: 合并 398">
            <a:extLst>
              <a:ext uri="{FF2B5EF4-FFF2-40B4-BE49-F238E27FC236}">
                <a16:creationId xmlns:a16="http://schemas.microsoft.com/office/drawing/2014/main" id="{8998F834-CCDA-B746-5A2E-7C999D1453A1}"/>
              </a:ext>
            </a:extLst>
          </p:cNvPr>
          <p:cNvSpPr/>
          <p:nvPr/>
        </p:nvSpPr>
        <p:spPr>
          <a:xfrm rot="16200000">
            <a:off x="10857137"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0" name="流程图: 合并 399">
            <a:extLst>
              <a:ext uri="{FF2B5EF4-FFF2-40B4-BE49-F238E27FC236}">
                <a16:creationId xmlns:a16="http://schemas.microsoft.com/office/drawing/2014/main" id="{EB17C059-40D8-4D9B-1B5E-077485D48D80}"/>
              </a:ext>
            </a:extLst>
          </p:cNvPr>
          <p:cNvSpPr/>
          <p:nvPr/>
        </p:nvSpPr>
        <p:spPr>
          <a:xfrm rot="16200000">
            <a:off x="11011616"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1" name="流程图: 合并 400">
            <a:extLst>
              <a:ext uri="{FF2B5EF4-FFF2-40B4-BE49-F238E27FC236}">
                <a16:creationId xmlns:a16="http://schemas.microsoft.com/office/drawing/2014/main" id="{3A7B1668-5B86-4661-BC82-07AA4CC9CEE2}"/>
              </a:ext>
            </a:extLst>
          </p:cNvPr>
          <p:cNvSpPr/>
          <p:nvPr/>
        </p:nvSpPr>
        <p:spPr>
          <a:xfrm rot="16200000">
            <a:off x="11166095"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2" name="流程图: 合并 401">
            <a:extLst>
              <a:ext uri="{FF2B5EF4-FFF2-40B4-BE49-F238E27FC236}">
                <a16:creationId xmlns:a16="http://schemas.microsoft.com/office/drawing/2014/main" id="{0E031DB1-09F9-53AB-C72D-A3D7A93C7B09}"/>
              </a:ext>
            </a:extLst>
          </p:cNvPr>
          <p:cNvSpPr/>
          <p:nvPr/>
        </p:nvSpPr>
        <p:spPr>
          <a:xfrm rot="16200000">
            <a:off x="11320574"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3" name="流程图: 合并 402">
            <a:extLst>
              <a:ext uri="{FF2B5EF4-FFF2-40B4-BE49-F238E27FC236}">
                <a16:creationId xmlns:a16="http://schemas.microsoft.com/office/drawing/2014/main" id="{1CC53E9B-23E2-ABCF-C932-9AA795A47DAE}"/>
              </a:ext>
            </a:extLst>
          </p:cNvPr>
          <p:cNvSpPr/>
          <p:nvPr/>
        </p:nvSpPr>
        <p:spPr>
          <a:xfrm rot="16200000">
            <a:off x="11475053"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4" name="流程图: 合并 403">
            <a:extLst>
              <a:ext uri="{FF2B5EF4-FFF2-40B4-BE49-F238E27FC236}">
                <a16:creationId xmlns:a16="http://schemas.microsoft.com/office/drawing/2014/main" id="{16289518-32D2-9BD4-745C-6757AB41D34E}"/>
              </a:ext>
            </a:extLst>
          </p:cNvPr>
          <p:cNvSpPr/>
          <p:nvPr/>
        </p:nvSpPr>
        <p:spPr>
          <a:xfrm rot="16200000">
            <a:off x="11629532"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5" name="流程图: 合并 404">
            <a:extLst>
              <a:ext uri="{FF2B5EF4-FFF2-40B4-BE49-F238E27FC236}">
                <a16:creationId xmlns:a16="http://schemas.microsoft.com/office/drawing/2014/main" id="{6092417C-3871-EEB9-1D0B-9AE093CDB19C}"/>
              </a:ext>
            </a:extLst>
          </p:cNvPr>
          <p:cNvSpPr/>
          <p:nvPr/>
        </p:nvSpPr>
        <p:spPr>
          <a:xfrm rot="16200000">
            <a:off x="11784011"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6" name="流程图: 合并 405">
            <a:extLst>
              <a:ext uri="{FF2B5EF4-FFF2-40B4-BE49-F238E27FC236}">
                <a16:creationId xmlns:a16="http://schemas.microsoft.com/office/drawing/2014/main" id="{AF20350D-E976-D3BC-82A3-EDD27EACF6EC}"/>
              </a:ext>
            </a:extLst>
          </p:cNvPr>
          <p:cNvSpPr/>
          <p:nvPr/>
        </p:nvSpPr>
        <p:spPr>
          <a:xfrm rot="16200000">
            <a:off x="11938490"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7" name="流程图: 合并 406">
            <a:extLst>
              <a:ext uri="{FF2B5EF4-FFF2-40B4-BE49-F238E27FC236}">
                <a16:creationId xmlns:a16="http://schemas.microsoft.com/office/drawing/2014/main" id="{FFB96EF1-511B-AFAD-C4F5-CE39D94AD8C9}"/>
              </a:ext>
            </a:extLst>
          </p:cNvPr>
          <p:cNvSpPr/>
          <p:nvPr/>
        </p:nvSpPr>
        <p:spPr>
          <a:xfrm rot="16200000">
            <a:off x="12092969" y="56196"/>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4" name="流程图: 合并 723">
            <a:extLst>
              <a:ext uri="{FF2B5EF4-FFF2-40B4-BE49-F238E27FC236}">
                <a16:creationId xmlns:a16="http://schemas.microsoft.com/office/drawing/2014/main" id="{377DAF06-DDF0-3396-4546-14CDB30C5FC9}"/>
              </a:ext>
            </a:extLst>
          </p:cNvPr>
          <p:cNvSpPr/>
          <p:nvPr/>
        </p:nvSpPr>
        <p:spPr>
          <a:xfrm rot="16200000">
            <a:off x="43608"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5" name="流程图: 合并 724">
            <a:extLst>
              <a:ext uri="{FF2B5EF4-FFF2-40B4-BE49-F238E27FC236}">
                <a16:creationId xmlns:a16="http://schemas.microsoft.com/office/drawing/2014/main" id="{B86FBFD4-D694-A4B5-2DAB-22DECE56E960}"/>
              </a:ext>
            </a:extLst>
          </p:cNvPr>
          <p:cNvSpPr/>
          <p:nvPr/>
        </p:nvSpPr>
        <p:spPr>
          <a:xfrm rot="16200000">
            <a:off x="198087"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6" name="流程图: 合并 725">
            <a:extLst>
              <a:ext uri="{FF2B5EF4-FFF2-40B4-BE49-F238E27FC236}">
                <a16:creationId xmlns:a16="http://schemas.microsoft.com/office/drawing/2014/main" id="{1B80E82C-257D-2D19-ADC6-7738170FF3A6}"/>
              </a:ext>
            </a:extLst>
          </p:cNvPr>
          <p:cNvSpPr/>
          <p:nvPr/>
        </p:nvSpPr>
        <p:spPr>
          <a:xfrm rot="16200000">
            <a:off x="352566"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7" name="流程图: 合并 726">
            <a:extLst>
              <a:ext uri="{FF2B5EF4-FFF2-40B4-BE49-F238E27FC236}">
                <a16:creationId xmlns:a16="http://schemas.microsoft.com/office/drawing/2014/main" id="{958B5DD5-FCB4-1CDA-6737-1749D71CF55A}"/>
              </a:ext>
            </a:extLst>
          </p:cNvPr>
          <p:cNvSpPr/>
          <p:nvPr/>
        </p:nvSpPr>
        <p:spPr>
          <a:xfrm rot="16200000">
            <a:off x="507045"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8" name="流程图: 合并 727">
            <a:extLst>
              <a:ext uri="{FF2B5EF4-FFF2-40B4-BE49-F238E27FC236}">
                <a16:creationId xmlns:a16="http://schemas.microsoft.com/office/drawing/2014/main" id="{D08C80C3-C8DC-21AA-2713-67330A71278B}"/>
              </a:ext>
            </a:extLst>
          </p:cNvPr>
          <p:cNvSpPr/>
          <p:nvPr/>
        </p:nvSpPr>
        <p:spPr>
          <a:xfrm rot="16200000">
            <a:off x="661524"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9" name="流程图: 合并 728">
            <a:extLst>
              <a:ext uri="{FF2B5EF4-FFF2-40B4-BE49-F238E27FC236}">
                <a16:creationId xmlns:a16="http://schemas.microsoft.com/office/drawing/2014/main" id="{DCED11F8-3262-1294-B64C-4E4FC5CEF171}"/>
              </a:ext>
            </a:extLst>
          </p:cNvPr>
          <p:cNvSpPr/>
          <p:nvPr/>
        </p:nvSpPr>
        <p:spPr>
          <a:xfrm rot="16200000">
            <a:off x="816003"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0" name="流程图: 合并 729">
            <a:extLst>
              <a:ext uri="{FF2B5EF4-FFF2-40B4-BE49-F238E27FC236}">
                <a16:creationId xmlns:a16="http://schemas.microsoft.com/office/drawing/2014/main" id="{53F1B780-B5DC-D024-1B7B-185D6E621FB4}"/>
              </a:ext>
            </a:extLst>
          </p:cNvPr>
          <p:cNvSpPr/>
          <p:nvPr/>
        </p:nvSpPr>
        <p:spPr>
          <a:xfrm rot="16200000">
            <a:off x="970482"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1" name="流程图: 合并 730">
            <a:extLst>
              <a:ext uri="{FF2B5EF4-FFF2-40B4-BE49-F238E27FC236}">
                <a16:creationId xmlns:a16="http://schemas.microsoft.com/office/drawing/2014/main" id="{1F6046EC-0BDA-C8FF-4A25-C0F678DD6AEC}"/>
              </a:ext>
            </a:extLst>
          </p:cNvPr>
          <p:cNvSpPr/>
          <p:nvPr/>
        </p:nvSpPr>
        <p:spPr>
          <a:xfrm rot="16200000">
            <a:off x="1124961"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2" name="流程图: 合并 731">
            <a:extLst>
              <a:ext uri="{FF2B5EF4-FFF2-40B4-BE49-F238E27FC236}">
                <a16:creationId xmlns:a16="http://schemas.microsoft.com/office/drawing/2014/main" id="{81CCC8F0-124D-4F27-DABE-C5A11CE51C25}"/>
              </a:ext>
            </a:extLst>
          </p:cNvPr>
          <p:cNvSpPr/>
          <p:nvPr/>
        </p:nvSpPr>
        <p:spPr>
          <a:xfrm rot="16200000">
            <a:off x="1279440"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3" name="流程图: 合并 732">
            <a:extLst>
              <a:ext uri="{FF2B5EF4-FFF2-40B4-BE49-F238E27FC236}">
                <a16:creationId xmlns:a16="http://schemas.microsoft.com/office/drawing/2014/main" id="{5FA3D648-4E3D-BB49-9E75-C50574B81866}"/>
              </a:ext>
            </a:extLst>
          </p:cNvPr>
          <p:cNvSpPr/>
          <p:nvPr/>
        </p:nvSpPr>
        <p:spPr>
          <a:xfrm rot="16200000">
            <a:off x="1433919"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4" name="流程图: 合并 733">
            <a:extLst>
              <a:ext uri="{FF2B5EF4-FFF2-40B4-BE49-F238E27FC236}">
                <a16:creationId xmlns:a16="http://schemas.microsoft.com/office/drawing/2014/main" id="{E563120D-9C38-DF56-7890-4432B04A54AE}"/>
              </a:ext>
            </a:extLst>
          </p:cNvPr>
          <p:cNvSpPr/>
          <p:nvPr/>
        </p:nvSpPr>
        <p:spPr>
          <a:xfrm rot="16200000">
            <a:off x="1588398"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5" name="流程图: 合并 734">
            <a:extLst>
              <a:ext uri="{FF2B5EF4-FFF2-40B4-BE49-F238E27FC236}">
                <a16:creationId xmlns:a16="http://schemas.microsoft.com/office/drawing/2014/main" id="{031E0BA7-F5E5-80BA-0C21-4A6EA235AD60}"/>
              </a:ext>
            </a:extLst>
          </p:cNvPr>
          <p:cNvSpPr/>
          <p:nvPr/>
        </p:nvSpPr>
        <p:spPr>
          <a:xfrm rot="16200000">
            <a:off x="1742877"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6" name="流程图: 合并 735">
            <a:extLst>
              <a:ext uri="{FF2B5EF4-FFF2-40B4-BE49-F238E27FC236}">
                <a16:creationId xmlns:a16="http://schemas.microsoft.com/office/drawing/2014/main" id="{1DBF7CF5-722B-97D8-6EDE-30CA81CA475E}"/>
              </a:ext>
            </a:extLst>
          </p:cNvPr>
          <p:cNvSpPr/>
          <p:nvPr/>
        </p:nvSpPr>
        <p:spPr>
          <a:xfrm rot="16200000">
            <a:off x="1897356"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7" name="流程图: 合并 736">
            <a:extLst>
              <a:ext uri="{FF2B5EF4-FFF2-40B4-BE49-F238E27FC236}">
                <a16:creationId xmlns:a16="http://schemas.microsoft.com/office/drawing/2014/main" id="{99D407A8-F257-9F83-1E23-02837D6A16BB}"/>
              </a:ext>
            </a:extLst>
          </p:cNvPr>
          <p:cNvSpPr/>
          <p:nvPr/>
        </p:nvSpPr>
        <p:spPr>
          <a:xfrm rot="16200000">
            <a:off x="2051835"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8" name="流程图: 合并 737">
            <a:extLst>
              <a:ext uri="{FF2B5EF4-FFF2-40B4-BE49-F238E27FC236}">
                <a16:creationId xmlns:a16="http://schemas.microsoft.com/office/drawing/2014/main" id="{02196969-00DB-1EE3-C7FE-15EEDBA79C21}"/>
              </a:ext>
            </a:extLst>
          </p:cNvPr>
          <p:cNvSpPr/>
          <p:nvPr/>
        </p:nvSpPr>
        <p:spPr>
          <a:xfrm rot="16200000">
            <a:off x="2206314"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9" name="流程图: 合并 738">
            <a:extLst>
              <a:ext uri="{FF2B5EF4-FFF2-40B4-BE49-F238E27FC236}">
                <a16:creationId xmlns:a16="http://schemas.microsoft.com/office/drawing/2014/main" id="{2E7F85AA-1B43-3770-E6FE-69AEF7D44408}"/>
              </a:ext>
            </a:extLst>
          </p:cNvPr>
          <p:cNvSpPr/>
          <p:nvPr/>
        </p:nvSpPr>
        <p:spPr>
          <a:xfrm rot="16200000">
            <a:off x="2360793"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0" name="流程图: 合并 739">
            <a:extLst>
              <a:ext uri="{FF2B5EF4-FFF2-40B4-BE49-F238E27FC236}">
                <a16:creationId xmlns:a16="http://schemas.microsoft.com/office/drawing/2014/main" id="{8BFCF7BC-7B20-D698-D466-3EFB5C8588CD}"/>
              </a:ext>
            </a:extLst>
          </p:cNvPr>
          <p:cNvSpPr/>
          <p:nvPr/>
        </p:nvSpPr>
        <p:spPr>
          <a:xfrm rot="16200000">
            <a:off x="2515272"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1" name="流程图: 合并 740">
            <a:extLst>
              <a:ext uri="{FF2B5EF4-FFF2-40B4-BE49-F238E27FC236}">
                <a16:creationId xmlns:a16="http://schemas.microsoft.com/office/drawing/2014/main" id="{434AA0F2-91FB-672D-1BC3-6B68926C4086}"/>
              </a:ext>
            </a:extLst>
          </p:cNvPr>
          <p:cNvSpPr/>
          <p:nvPr/>
        </p:nvSpPr>
        <p:spPr>
          <a:xfrm rot="16200000">
            <a:off x="2669751"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2" name="流程图: 合并 741">
            <a:extLst>
              <a:ext uri="{FF2B5EF4-FFF2-40B4-BE49-F238E27FC236}">
                <a16:creationId xmlns:a16="http://schemas.microsoft.com/office/drawing/2014/main" id="{E5803D77-287B-DB74-218D-5950404613DF}"/>
              </a:ext>
            </a:extLst>
          </p:cNvPr>
          <p:cNvSpPr/>
          <p:nvPr/>
        </p:nvSpPr>
        <p:spPr>
          <a:xfrm rot="16200000">
            <a:off x="2824230"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3" name="流程图: 合并 742">
            <a:extLst>
              <a:ext uri="{FF2B5EF4-FFF2-40B4-BE49-F238E27FC236}">
                <a16:creationId xmlns:a16="http://schemas.microsoft.com/office/drawing/2014/main" id="{776F90A4-48A0-C133-FB1F-589414B4FB3C}"/>
              </a:ext>
            </a:extLst>
          </p:cNvPr>
          <p:cNvSpPr/>
          <p:nvPr/>
        </p:nvSpPr>
        <p:spPr>
          <a:xfrm rot="16200000">
            <a:off x="2978709"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4" name="流程图: 合并 743">
            <a:extLst>
              <a:ext uri="{FF2B5EF4-FFF2-40B4-BE49-F238E27FC236}">
                <a16:creationId xmlns:a16="http://schemas.microsoft.com/office/drawing/2014/main" id="{37F1DFEC-09BE-C66C-95BF-D72101E9EAC4}"/>
              </a:ext>
            </a:extLst>
          </p:cNvPr>
          <p:cNvSpPr/>
          <p:nvPr/>
        </p:nvSpPr>
        <p:spPr>
          <a:xfrm rot="16200000">
            <a:off x="3133188"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5" name="流程图: 合并 744">
            <a:extLst>
              <a:ext uri="{FF2B5EF4-FFF2-40B4-BE49-F238E27FC236}">
                <a16:creationId xmlns:a16="http://schemas.microsoft.com/office/drawing/2014/main" id="{667F491D-72CD-4762-6A58-68807DF71D2B}"/>
              </a:ext>
            </a:extLst>
          </p:cNvPr>
          <p:cNvSpPr/>
          <p:nvPr/>
        </p:nvSpPr>
        <p:spPr>
          <a:xfrm rot="16200000">
            <a:off x="3287667"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6" name="流程图: 合并 745">
            <a:extLst>
              <a:ext uri="{FF2B5EF4-FFF2-40B4-BE49-F238E27FC236}">
                <a16:creationId xmlns:a16="http://schemas.microsoft.com/office/drawing/2014/main" id="{C2C29698-6472-338E-0AC4-9E1426CCCB3F}"/>
              </a:ext>
            </a:extLst>
          </p:cNvPr>
          <p:cNvSpPr/>
          <p:nvPr/>
        </p:nvSpPr>
        <p:spPr>
          <a:xfrm rot="16200000">
            <a:off x="3442146"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7" name="流程图: 合并 746">
            <a:extLst>
              <a:ext uri="{FF2B5EF4-FFF2-40B4-BE49-F238E27FC236}">
                <a16:creationId xmlns:a16="http://schemas.microsoft.com/office/drawing/2014/main" id="{1FEDCDE9-1D96-9549-9754-808D9A9182C1}"/>
              </a:ext>
            </a:extLst>
          </p:cNvPr>
          <p:cNvSpPr/>
          <p:nvPr/>
        </p:nvSpPr>
        <p:spPr>
          <a:xfrm rot="16200000">
            <a:off x="3596625"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8" name="流程图: 合并 747">
            <a:extLst>
              <a:ext uri="{FF2B5EF4-FFF2-40B4-BE49-F238E27FC236}">
                <a16:creationId xmlns:a16="http://schemas.microsoft.com/office/drawing/2014/main" id="{B3B673BE-4662-65C9-93DE-D978E1B19B52}"/>
              </a:ext>
            </a:extLst>
          </p:cNvPr>
          <p:cNvSpPr/>
          <p:nvPr/>
        </p:nvSpPr>
        <p:spPr>
          <a:xfrm rot="16200000">
            <a:off x="3751104"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9" name="流程图: 合并 748">
            <a:extLst>
              <a:ext uri="{FF2B5EF4-FFF2-40B4-BE49-F238E27FC236}">
                <a16:creationId xmlns:a16="http://schemas.microsoft.com/office/drawing/2014/main" id="{AED9F4DA-1F17-32E4-4442-70529E595906}"/>
              </a:ext>
            </a:extLst>
          </p:cNvPr>
          <p:cNvSpPr/>
          <p:nvPr/>
        </p:nvSpPr>
        <p:spPr>
          <a:xfrm rot="16200000">
            <a:off x="3905583"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0" name="流程图: 合并 749">
            <a:extLst>
              <a:ext uri="{FF2B5EF4-FFF2-40B4-BE49-F238E27FC236}">
                <a16:creationId xmlns:a16="http://schemas.microsoft.com/office/drawing/2014/main" id="{7BD33BA8-608D-AC44-5A1A-18B8AE673922}"/>
              </a:ext>
            </a:extLst>
          </p:cNvPr>
          <p:cNvSpPr/>
          <p:nvPr/>
        </p:nvSpPr>
        <p:spPr>
          <a:xfrm rot="16200000">
            <a:off x="4060062"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1" name="流程图: 合并 750">
            <a:extLst>
              <a:ext uri="{FF2B5EF4-FFF2-40B4-BE49-F238E27FC236}">
                <a16:creationId xmlns:a16="http://schemas.microsoft.com/office/drawing/2014/main" id="{47E44488-1839-5660-AB22-BAF68DB3BF79}"/>
              </a:ext>
            </a:extLst>
          </p:cNvPr>
          <p:cNvSpPr/>
          <p:nvPr/>
        </p:nvSpPr>
        <p:spPr>
          <a:xfrm rot="16200000">
            <a:off x="4214541"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2" name="流程图: 合并 751">
            <a:extLst>
              <a:ext uri="{FF2B5EF4-FFF2-40B4-BE49-F238E27FC236}">
                <a16:creationId xmlns:a16="http://schemas.microsoft.com/office/drawing/2014/main" id="{9164780D-B2DD-FD87-0BA3-8DF10FE4FBDB}"/>
              </a:ext>
            </a:extLst>
          </p:cNvPr>
          <p:cNvSpPr/>
          <p:nvPr/>
        </p:nvSpPr>
        <p:spPr>
          <a:xfrm rot="16200000">
            <a:off x="4369020"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3" name="流程图: 合并 752">
            <a:extLst>
              <a:ext uri="{FF2B5EF4-FFF2-40B4-BE49-F238E27FC236}">
                <a16:creationId xmlns:a16="http://schemas.microsoft.com/office/drawing/2014/main" id="{EFB9623A-08A6-8EEB-FCE0-FF4E9C461C35}"/>
              </a:ext>
            </a:extLst>
          </p:cNvPr>
          <p:cNvSpPr/>
          <p:nvPr/>
        </p:nvSpPr>
        <p:spPr>
          <a:xfrm rot="16200000">
            <a:off x="4523499"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4" name="流程图: 合并 753">
            <a:extLst>
              <a:ext uri="{FF2B5EF4-FFF2-40B4-BE49-F238E27FC236}">
                <a16:creationId xmlns:a16="http://schemas.microsoft.com/office/drawing/2014/main" id="{98E5C10D-C49F-A746-65B3-685056298C7E}"/>
              </a:ext>
            </a:extLst>
          </p:cNvPr>
          <p:cNvSpPr/>
          <p:nvPr/>
        </p:nvSpPr>
        <p:spPr>
          <a:xfrm rot="16200000">
            <a:off x="4677978"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5" name="流程图: 合并 754">
            <a:extLst>
              <a:ext uri="{FF2B5EF4-FFF2-40B4-BE49-F238E27FC236}">
                <a16:creationId xmlns:a16="http://schemas.microsoft.com/office/drawing/2014/main" id="{52842A6B-5491-0C2E-4E36-A7C9A02D7C47}"/>
              </a:ext>
            </a:extLst>
          </p:cNvPr>
          <p:cNvSpPr/>
          <p:nvPr/>
        </p:nvSpPr>
        <p:spPr>
          <a:xfrm rot="16200000">
            <a:off x="4832457"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6" name="流程图: 合并 755">
            <a:extLst>
              <a:ext uri="{FF2B5EF4-FFF2-40B4-BE49-F238E27FC236}">
                <a16:creationId xmlns:a16="http://schemas.microsoft.com/office/drawing/2014/main" id="{E18C184B-954D-FE8F-B8C0-D04B362923A4}"/>
              </a:ext>
            </a:extLst>
          </p:cNvPr>
          <p:cNvSpPr/>
          <p:nvPr/>
        </p:nvSpPr>
        <p:spPr>
          <a:xfrm rot="16200000">
            <a:off x="4986936"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7" name="流程图: 合并 756">
            <a:extLst>
              <a:ext uri="{FF2B5EF4-FFF2-40B4-BE49-F238E27FC236}">
                <a16:creationId xmlns:a16="http://schemas.microsoft.com/office/drawing/2014/main" id="{4538EDF1-6C3B-BC2C-44B3-66AE9F6B3E4F}"/>
              </a:ext>
            </a:extLst>
          </p:cNvPr>
          <p:cNvSpPr/>
          <p:nvPr/>
        </p:nvSpPr>
        <p:spPr>
          <a:xfrm rot="16200000">
            <a:off x="5141415"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8" name="流程图: 合并 757">
            <a:extLst>
              <a:ext uri="{FF2B5EF4-FFF2-40B4-BE49-F238E27FC236}">
                <a16:creationId xmlns:a16="http://schemas.microsoft.com/office/drawing/2014/main" id="{07E4426F-A71D-D738-C230-370565C9E429}"/>
              </a:ext>
            </a:extLst>
          </p:cNvPr>
          <p:cNvSpPr/>
          <p:nvPr/>
        </p:nvSpPr>
        <p:spPr>
          <a:xfrm rot="16200000">
            <a:off x="5295894"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9" name="流程图: 合并 758">
            <a:extLst>
              <a:ext uri="{FF2B5EF4-FFF2-40B4-BE49-F238E27FC236}">
                <a16:creationId xmlns:a16="http://schemas.microsoft.com/office/drawing/2014/main" id="{89D7587A-0098-7DEE-BC2F-5BA41419AACE}"/>
              </a:ext>
            </a:extLst>
          </p:cNvPr>
          <p:cNvSpPr/>
          <p:nvPr/>
        </p:nvSpPr>
        <p:spPr>
          <a:xfrm rot="16200000">
            <a:off x="5450373"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0" name="流程图: 合并 759">
            <a:extLst>
              <a:ext uri="{FF2B5EF4-FFF2-40B4-BE49-F238E27FC236}">
                <a16:creationId xmlns:a16="http://schemas.microsoft.com/office/drawing/2014/main" id="{769D55D5-C4FE-083E-9282-72138124161A}"/>
              </a:ext>
            </a:extLst>
          </p:cNvPr>
          <p:cNvSpPr/>
          <p:nvPr/>
        </p:nvSpPr>
        <p:spPr>
          <a:xfrm rot="16200000">
            <a:off x="5604852"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1" name="流程图: 合并 760">
            <a:extLst>
              <a:ext uri="{FF2B5EF4-FFF2-40B4-BE49-F238E27FC236}">
                <a16:creationId xmlns:a16="http://schemas.microsoft.com/office/drawing/2014/main" id="{33110FCC-A5A6-A433-6D2F-F214E88DBA06}"/>
              </a:ext>
            </a:extLst>
          </p:cNvPr>
          <p:cNvSpPr/>
          <p:nvPr/>
        </p:nvSpPr>
        <p:spPr>
          <a:xfrm rot="16200000">
            <a:off x="5759331"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2" name="流程图: 合并 761">
            <a:extLst>
              <a:ext uri="{FF2B5EF4-FFF2-40B4-BE49-F238E27FC236}">
                <a16:creationId xmlns:a16="http://schemas.microsoft.com/office/drawing/2014/main" id="{3625522A-A2AD-6677-EE36-CEFA7B778E0B}"/>
              </a:ext>
            </a:extLst>
          </p:cNvPr>
          <p:cNvSpPr/>
          <p:nvPr/>
        </p:nvSpPr>
        <p:spPr>
          <a:xfrm rot="16200000">
            <a:off x="5913810"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3" name="流程图: 合并 762">
            <a:extLst>
              <a:ext uri="{FF2B5EF4-FFF2-40B4-BE49-F238E27FC236}">
                <a16:creationId xmlns:a16="http://schemas.microsoft.com/office/drawing/2014/main" id="{7D9415DF-7011-1FC5-1708-037372DCDC30}"/>
              </a:ext>
            </a:extLst>
          </p:cNvPr>
          <p:cNvSpPr/>
          <p:nvPr/>
        </p:nvSpPr>
        <p:spPr>
          <a:xfrm rot="16200000">
            <a:off x="6068289"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4" name="流程图: 合并 763">
            <a:extLst>
              <a:ext uri="{FF2B5EF4-FFF2-40B4-BE49-F238E27FC236}">
                <a16:creationId xmlns:a16="http://schemas.microsoft.com/office/drawing/2014/main" id="{DEE2EE63-603A-1C42-EF65-A116F579ECD7}"/>
              </a:ext>
            </a:extLst>
          </p:cNvPr>
          <p:cNvSpPr/>
          <p:nvPr/>
        </p:nvSpPr>
        <p:spPr>
          <a:xfrm rot="16200000">
            <a:off x="6222768"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5" name="流程图: 合并 764">
            <a:extLst>
              <a:ext uri="{FF2B5EF4-FFF2-40B4-BE49-F238E27FC236}">
                <a16:creationId xmlns:a16="http://schemas.microsoft.com/office/drawing/2014/main" id="{44634EBA-F98D-F9FD-1BC3-DF17F1A25B29}"/>
              </a:ext>
            </a:extLst>
          </p:cNvPr>
          <p:cNvSpPr/>
          <p:nvPr/>
        </p:nvSpPr>
        <p:spPr>
          <a:xfrm rot="16200000">
            <a:off x="6377247"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6" name="流程图: 合并 765">
            <a:extLst>
              <a:ext uri="{FF2B5EF4-FFF2-40B4-BE49-F238E27FC236}">
                <a16:creationId xmlns:a16="http://schemas.microsoft.com/office/drawing/2014/main" id="{EB6E3042-CE71-8790-C50B-12855BE12B81}"/>
              </a:ext>
            </a:extLst>
          </p:cNvPr>
          <p:cNvSpPr/>
          <p:nvPr/>
        </p:nvSpPr>
        <p:spPr>
          <a:xfrm rot="16200000">
            <a:off x="6531726"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7" name="流程图: 合并 766">
            <a:extLst>
              <a:ext uri="{FF2B5EF4-FFF2-40B4-BE49-F238E27FC236}">
                <a16:creationId xmlns:a16="http://schemas.microsoft.com/office/drawing/2014/main" id="{40DCCD20-90E4-BD7A-5C61-F2359C7B7EB3}"/>
              </a:ext>
            </a:extLst>
          </p:cNvPr>
          <p:cNvSpPr/>
          <p:nvPr/>
        </p:nvSpPr>
        <p:spPr>
          <a:xfrm rot="16200000">
            <a:off x="6686205"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8" name="流程图: 合并 767">
            <a:extLst>
              <a:ext uri="{FF2B5EF4-FFF2-40B4-BE49-F238E27FC236}">
                <a16:creationId xmlns:a16="http://schemas.microsoft.com/office/drawing/2014/main" id="{AAD6B3C1-8F75-C06F-6346-028CD3519ED6}"/>
              </a:ext>
            </a:extLst>
          </p:cNvPr>
          <p:cNvSpPr/>
          <p:nvPr/>
        </p:nvSpPr>
        <p:spPr>
          <a:xfrm rot="16200000">
            <a:off x="6840684"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9" name="流程图: 合并 768">
            <a:extLst>
              <a:ext uri="{FF2B5EF4-FFF2-40B4-BE49-F238E27FC236}">
                <a16:creationId xmlns:a16="http://schemas.microsoft.com/office/drawing/2014/main" id="{39A9EADA-82A8-7469-E64F-C4E44D340492}"/>
              </a:ext>
            </a:extLst>
          </p:cNvPr>
          <p:cNvSpPr/>
          <p:nvPr/>
        </p:nvSpPr>
        <p:spPr>
          <a:xfrm rot="16200000">
            <a:off x="6995163"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0" name="流程图: 合并 769">
            <a:extLst>
              <a:ext uri="{FF2B5EF4-FFF2-40B4-BE49-F238E27FC236}">
                <a16:creationId xmlns:a16="http://schemas.microsoft.com/office/drawing/2014/main" id="{E923D5D4-6590-9AE5-EE21-6D67F9F65230}"/>
              </a:ext>
            </a:extLst>
          </p:cNvPr>
          <p:cNvSpPr/>
          <p:nvPr/>
        </p:nvSpPr>
        <p:spPr>
          <a:xfrm rot="16200000">
            <a:off x="7149642"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1" name="流程图: 合并 770">
            <a:extLst>
              <a:ext uri="{FF2B5EF4-FFF2-40B4-BE49-F238E27FC236}">
                <a16:creationId xmlns:a16="http://schemas.microsoft.com/office/drawing/2014/main" id="{DC9999C5-B937-8DFD-A84E-6FF8F97F8761}"/>
              </a:ext>
            </a:extLst>
          </p:cNvPr>
          <p:cNvSpPr/>
          <p:nvPr/>
        </p:nvSpPr>
        <p:spPr>
          <a:xfrm rot="16200000">
            <a:off x="7304121"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2" name="流程图: 合并 771">
            <a:extLst>
              <a:ext uri="{FF2B5EF4-FFF2-40B4-BE49-F238E27FC236}">
                <a16:creationId xmlns:a16="http://schemas.microsoft.com/office/drawing/2014/main" id="{663F882E-E56B-95B5-EC6E-D970C7DF6E82}"/>
              </a:ext>
            </a:extLst>
          </p:cNvPr>
          <p:cNvSpPr/>
          <p:nvPr/>
        </p:nvSpPr>
        <p:spPr>
          <a:xfrm rot="16200000">
            <a:off x="7458600"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3" name="流程图: 合并 772">
            <a:extLst>
              <a:ext uri="{FF2B5EF4-FFF2-40B4-BE49-F238E27FC236}">
                <a16:creationId xmlns:a16="http://schemas.microsoft.com/office/drawing/2014/main" id="{BF2F2435-3A52-EB00-CFCA-C66D7391E9E5}"/>
              </a:ext>
            </a:extLst>
          </p:cNvPr>
          <p:cNvSpPr/>
          <p:nvPr/>
        </p:nvSpPr>
        <p:spPr>
          <a:xfrm rot="16200000">
            <a:off x="7613079"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4" name="流程图: 合并 773">
            <a:extLst>
              <a:ext uri="{FF2B5EF4-FFF2-40B4-BE49-F238E27FC236}">
                <a16:creationId xmlns:a16="http://schemas.microsoft.com/office/drawing/2014/main" id="{2F2800FF-6361-8664-4EB2-E469BCC45F6C}"/>
              </a:ext>
            </a:extLst>
          </p:cNvPr>
          <p:cNvSpPr/>
          <p:nvPr/>
        </p:nvSpPr>
        <p:spPr>
          <a:xfrm rot="16200000">
            <a:off x="7767558"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5" name="流程图: 合并 774">
            <a:extLst>
              <a:ext uri="{FF2B5EF4-FFF2-40B4-BE49-F238E27FC236}">
                <a16:creationId xmlns:a16="http://schemas.microsoft.com/office/drawing/2014/main" id="{440D6AAA-A033-5466-D584-71E314F4E814}"/>
              </a:ext>
            </a:extLst>
          </p:cNvPr>
          <p:cNvSpPr/>
          <p:nvPr/>
        </p:nvSpPr>
        <p:spPr>
          <a:xfrm rot="16200000">
            <a:off x="7922037"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6" name="流程图: 合并 775">
            <a:extLst>
              <a:ext uri="{FF2B5EF4-FFF2-40B4-BE49-F238E27FC236}">
                <a16:creationId xmlns:a16="http://schemas.microsoft.com/office/drawing/2014/main" id="{0FB8F202-F499-0BB3-ED95-08DB21B37821}"/>
              </a:ext>
            </a:extLst>
          </p:cNvPr>
          <p:cNvSpPr/>
          <p:nvPr/>
        </p:nvSpPr>
        <p:spPr>
          <a:xfrm rot="16200000">
            <a:off x="8076516"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7" name="流程图: 合并 776">
            <a:extLst>
              <a:ext uri="{FF2B5EF4-FFF2-40B4-BE49-F238E27FC236}">
                <a16:creationId xmlns:a16="http://schemas.microsoft.com/office/drawing/2014/main" id="{A5C34014-C55E-DF57-B066-F97CBCA7D392}"/>
              </a:ext>
            </a:extLst>
          </p:cNvPr>
          <p:cNvSpPr/>
          <p:nvPr/>
        </p:nvSpPr>
        <p:spPr>
          <a:xfrm rot="16200000">
            <a:off x="8230995"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8" name="流程图: 合并 777">
            <a:extLst>
              <a:ext uri="{FF2B5EF4-FFF2-40B4-BE49-F238E27FC236}">
                <a16:creationId xmlns:a16="http://schemas.microsoft.com/office/drawing/2014/main" id="{4864CEF0-6550-EC5E-AA98-48C1E4298DD5}"/>
              </a:ext>
            </a:extLst>
          </p:cNvPr>
          <p:cNvSpPr/>
          <p:nvPr/>
        </p:nvSpPr>
        <p:spPr>
          <a:xfrm rot="16200000">
            <a:off x="8385474"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9" name="流程图: 合并 778">
            <a:extLst>
              <a:ext uri="{FF2B5EF4-FFF2-40B4-BE49-F238E27FC236}">
                <a16:creationId xmlns:a16="http://schemas.microsoft.com/office/drawing/2014/main" id="{E0935E19-9FFE-9C11-5FF8-875FC0B5302F}"/>
              </a:ext>
            </a:extLst>
          </p:cNvPr>
          <p:cNvSpPr/>
          <p:nvPr/>
        </p:nvSpPr>
        <p:spPr>
          <a:xfrm rot="16200000">
            <a:off x="8539953"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0" name="流程图: 合并 779">
            <a:extLst>
              <a:ext uri="{FF2B5EF4-FFF2-40B4-BE49-F238E27FC236}">
                <a16:creationId xmlns:a16="http://schemas.microsoft.com/office/drawing/2014/main" id="{36D64C39-59E8-2284-ECB7-6766CF0BAC2C}"/>
              </a:ext>
            </a:extLst>
          </p:cNvPr>
          <p:cNvSpPr/>
          <p:nvPr/>
        </p:nvSpPr>
        <p:spPr>
          <a:xfrm rot="16200000">
            <a:off x="8694432"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1" name="流程图: 合并 780">
            <a:extLst>
              <a:ext uri="{FF2B5EF4-FFF2-40B4-BE49-F238E27FC236}">
                <a16:creationId xmlns:a16="http://schemas.microsoft.com/office/drawing/2014/main" id="{D8EEC370-B13D-FD6E-0DAB-BA6692F91554}"/>
              </a:ext>
            </a:extLst>
          </p:cNvPr>
          <p:cNvSpPr/>
          <p:nvPr/>
        </p:nvSpPr>
        <p:spPr>
          <a:xfrm rot="16200000">
            <a:off x="8848911"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2" name="流程图: 合并 781">
            <a:extLst>
              <a:ext uri="{FF2B5EF4-FFF2-40B4-BE49-F238E27FC236}">
                <a16:creationId xmlns:a16="http://schemas.microsoft.com/office/drawing/2014/main" id="{59DE0E77-B9F1-B8A2-5D66-689802CF29B5}"/>
              </a:ext>
            </a:extLst>
          </p:cNvPr>
          <p:cNvSpPr/>
          <p:nvPr/>
        </p:nvSpPr>
        <p:spPr>
          <a:xfrm rot="16200000">
            <a:off x="9003390"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3" name="流程图: 合并 782">
            <a:extLst>
              <a:ext uri="{FF2B5EF4-FFF2-40B4-BE49-F238E27FC236}">
                <a16:creationId xmlns:a16="http://schemas.microsoft.com/office/drawing/2014/main" id="{B2F94761-24C1-01DA-880D-034E911F6350}"/>
              </a:ext>
            </a:extLst>
          </p:cNvPr>
          <p:cNvSpPr/>
          <p:nvPr/>
        </p:nvSpPr>
        <p:spPr>
          <a:xfrm rot="16200000">
            <a:off x="9157869"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4" name="流程图: 合并 783">
            <a:extLst>
              <a:ext uri="{FF2B5EF4-FFF2-40B4-BE49-F238E27FC236}">
                <a16:creationId xmlns:a16="http://schemas.microsoft.com/office/drawing/2014/main" id="{D5E8DDC5-904C-6F09-FBB7-F1FE4F7D33E6}"/>
              </a:ext>
            </a:extLst>
          </p:cNvPr>
          <p:cNvSpPr/>
          <p:nvPr/>
        </p:nvSpPr>
        <p:spPr>
          <a:xfrm rot="16200000">
            <a:off x="9312348"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5" name="流程图: 合并 784">
            <a:extLst>
              <a:ext uri="{FF2B5EF4-FFF2-40B4-BE49-F238E27FC236}">
                <a16:creationId xmlns:a16="http://schemas.microsoft.com/office/drawing/2014/main" id="{5079C349-30D6-4253-3641-7EDEFB56D034}"/>
              </a:ext>
            </a:extLst>
          </p:cNvPr>
          <p:cNvSpPr/>
          <p:nvPr/>
        </p:nvSpPr>
        <p:spPr>
          <a:xfrm rot="16200000">
            <a:off x="9466827"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6" name="流程图: 合并 785">
            <a:extLst>
              <a:ext uri="{FF2B5EF4-FFF2-40B4-BE49-F238E27FC236}">
                <a16:creationId xmlns:a16="http://schemas.microsoft.com/office/drawing/2014/main" id="{4512E87D-A8CF-61AA-CB1C-42CD20326ADE}"/>
              </a:ext>
            </a:extLst>
          </p:cNvPr>
          <p:cNvSpPr/>
          <p:nvPr/>
        </p:nvSpPr>
        <p:spPr>
          <a:xfrm rot="16200000">
            <a:off x="9621306"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7" name="流程图: 合并 786">
            <a:extLst>
              <a:ext uri="{FF2B5EF4-FFF2-40B4-BE49-F238E27FC236}">
                <a16:creationId xmlns:a16="http://schemas.microsoft.com/office/drawing/2014/main" id="{33676B91-D96E-7000-22FD-FE658FD884BD}"/>
              </a:ext>
            </a:extLst>
          </p:cNvPr>
          <p:cNvSpPr/>
          <p:nvPr/>
        </p:nvSpPr>
        <p:spPr>
          <a:xfrm rot="16200000">
            <a:off x="9775785"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8" name="流程图: 合并 787">
            <a:extLst>
              <a:ext uri="{FF2B5EF4-FFF2-40B4-BE49-F238E27FC236}">
                <a16:creationId xmlns:a16="http://schemas.microsoft.com/office/drawing/2014/main" id="{AF25DCF8-1C62-097C-C5C7-C001F6F75CD4}"/>
              </a:ext>
            </a:extLst>
          </p:cNvPr>
          <p:cNvSpPr/>
          <p:nvPr/>
        </p:nvSpPr>
        <p:spPr>
          <a:xfrm rot="16200000">
            <a:off x="9930264"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9" name="流程图: 合并 788">
            <a:extLst>
              <a:ext uri="{FF2B5EF4-FFF2-40B4-BE49-F238E27FC236}">
                <a16:creationId xmlns:a16="http://schemas.microsoft.com/office/drawing/2014/main" id="{B50161F2-1021-9DF0-9A33-46CD065EE1A4}"/>
              </a:ext>
            </a:extLst>
          </p:cNvPr>
          <p:cNvSpPr/>
          <p:nvPr/>
        </p:nvSpPr>
        <p:spPr>
          <a:xfrm rot="16200000">
            <a:off x="10084743"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0" name="流程图: 合并 789">
            <a:extLst>
              <a:ext uri="{FF2B5EF4-FFF2-40B4-BE49-F238E27FC236}">
                <a16:creationId xmlns:a16="http://schemas.microsoft.com/office/drawing/2014/main" id="{8DC425CD-005F-7C5D-9D70-4B448A5ED6E8}"/>
              </a:ext>
            </a:extLst>
          </p:cNvPr>
          <p:cNvSpPr/>
          <p:nvPr/>
        </p:nvSpPr>
        <p:spPr>
          <a:xfrm rot="16200000">
            <a:off x="10239222"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1" name="流程图: 合并 790">
            <a:extLst>
              <a:ext uri="{FF2B5EF4-FFF2-40B4-BE49-F238E27FC236}">
                <a16:creationId xmlns:a16="http://schemas.microsoft.com/office/drawing/2014/main" id="{1F6CD061-54EB-F0B7-84C3-48ECB0CE806C}"/>
              </a:ext>
            </a:extLst>
          </p:cNvPr>
          <p:cNvSpPr/>
          <p:nvPr/>
        </p:nvSpPr>
        <p:spPr>
          <a:xfrm rot="16200000">
            <a:off x="10393701"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2" name="流程图: 合并 791">
            <a:extLst>
              <a:ext uri="{FF2B5EF4-FFF2-40B4-BE49-F238E27FC236}">
                <a16:creationId xmlns:a16="http://schemas.microsoft.com/office/drawing/2014/main" id="{81BFCF34-DAAB-2643-995B-304F60AD0C33}"/>
              </a:ext>
            </a:extLst>
          </p:cNvPr>
          <p:cNvSpPr/>
          <p:nvPr/>
        </p:nvSpPr>
        <p:spPr>
          <a:xfrm rot="16200000">
            <a:off x="10548180"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3" name="流程图: 合并 792">
            <a:extLst>
              <a:ext uri="{FF2B5EF4-FFF2-40B4-BE49-F238E27FC236}">
                <a16:creationId xmlns:a16="http://schemas.microsoft.com/office/drawing/2014/main" id="{17F311A0-483A-A714-BA6A-BDE35A086422}"/>
              </a:ext>
            </a:extLst>
          </p:cNvPr>
          <p:cNvSpPr/>
          <p:nvPr/>
        </p:nvSpPr>
        <p:spPr>
          <a:xfrm rot="16200000">
            <a:off x="10702659"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4" name="流程图: 合并 793">
            <a:extLst>
              <a:ext uri="{FF2B5EF4-FFF2-40B4-BE49-F238E27FC236}">
                <a16:creationId xmlns:a16="http://schemas.microsoft.com/office/drawing/2014/main" id="{14620E09-C3D5-80ED-862D-61EA56246F32}"/>
              </a:ext>
            </a:extLst>
          </p:cNvPr>
          <p:cNvSpPr/>
          <p:nvPr/>
        </p:nvSpPr>
        <p:spPr>
          <a:xfrm rot="16200000">
            <a:off x="10857138"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5" name="流程图: 合并 794">
            <a:extLst>
              <a:ext uri="{FF2B5EF4-FFF2-40B4-BE49-F238E27FC236}">
                <a16:creationId xmlns:a16="http://schemas.microsoft.com/office/drawing/2014/main" id="{0D6631D3-8781-CEB2-1B05-24A44EF7B793}"/>
              </a:ext>
            </a:extLst>
          </p:cNvPr>
          <p:cNvSpPr/>
          <p:nvPr/>
        </p:nvSpPr>
        <p:spPr>
          <a:xfrm rot="16200000">
            <a:off x="11011617"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6" name="流程图: 合并 795">
            <a:extLst>
              <a:ext uri="{FF2B5EF4-FFF2-40B4-BE49-F238E27FC236}">
                <a16:creationId xmlns:a16="http://schemas.microsoft.com/office/drawing/2014/main" id="{43E69B33-07D5-EF75-CB85-26616D302960}"/>
              </a:ext>
            </a:extLst>
          </p:cNvPr>
          <p:cNvSpPr/>
          <p:nvPr/>
        </p:nvSpPr>
        <p:spPr>
          <a:xfrm rot="16200000">
            <a:off x="11166096"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7" name="流程图: 合并 796">
            <a:extLst>
              <a:ext uri="{FF2B5EF4-FFF2-40B4-BE49-F238E27FC236}">
                <a16:creationId xmlns:a16="http://schemas.microsoft.com/office/drawing/2014/main" id="{61096A96-A1A4-85D6-0E50-D71C283B8B65}"/>
              </a:ext>
            </a:extLst>
          </p:cNvPr>
          <p:cNvSpPr/>
          <p:nvPr/>
        </p:nvSpPr>
        <p:spPr>
          <a:xfrm rot="16200000">
            <a:off x="11320575"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8" name="流程图: 合并 797">
            <a:extLst>
              <a:ext uri="{FF2B5EF4-FFF2-40B4-BE49-F238E27FC236}">
                <a16:creationId xmlns:a16="http://schemas.microsoft.com/office/drawing/2014/main" id="{EFAA5A72-8B00-E13F-85A5-C0023199098C}"/>
              </a:ext>
            </a:extLst>
          </p:cNvPr>
          <p:cNvSpPr/>
          <p:nvPr/>
        </p:nvSpPr>
        <p:spPr>
          <a:xfrm rot="16200000">
            <a:off x="11475054"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9" name="流程图: 合并 798">
            <a:extLst>
              <a:ext uri="{FF2B5EF4-FFF2-40B4-BE49-F238E27FC236}">
                <a16:creationId xmlns:a16="http://schemas.microsoft.com/office/drawing/2014/main" id="{3C06DC34-413E-883B-416B-80415BDA97E2}"/>
              </a:ext>
            </a:extLst>
          </p:cNvPr>
          <p:cNvSpPr/>
          <p:nvPr/>
        </p:nvSpPr>
        <p:spPr>
          <a:xfrm rot="16200000">
            <a:off x="11629533"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0" name="流程图: 合并 799">
            <a:extLst>
              <a:ext uri="{FF2B5EF4-FFF2-40B4-BE49-F238E27FC236}">
                <a16:creationId xmlns:a16="http://schemas.microsoft.com/office/drawing/2014/main" id="{30C3F41F-B0BB-7B6F-7B4D-367A3582F87C}"/>
              </a:ext>
            </a:extLst>
          </p:cNvPr>
          <p:cNvSpPr/>
          <p:nvPr/>
        </p:nvSpPr>
        <p:spPr>
          <a:xfrm rot="16200000">
            <a:off x="11784012"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1" name="流程图: 合并 800">
            <a:extLst>
              <a:ext uri="{FF2B5EF4-FFF2-40B4-BE49-F238E27FC236}">
                <a16:creationId xmlns:a16="http://schemas.microsoft.com/office/drawing/2014/main" id="{23792A02-1659-8CB4-57C3-BAA4C14B7B4C}"/>
              </a:ext>
            </a:extLst>
          </p:cNvPr>
          <p:cNvSpPr/>
          <p:nvPr/>
        </p:nvSpPr>
        <p:spPr>
          <a:xfrm rot="16200000">
            <a:off x="11938491"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2" name="流程图: 合并 801">
            <a:extLst>
              <a:ext uri="{FF2B5EF4-FFF2-40B4-BE49-F238E27FC236}">
                <a16:creationId xmlns:a16="http://schemas.microsoft.com/office/drawing/2014/main" id="{D8C98297-9773-B2BF-DE8F-2668E04A5F3A}"/>
              </a:ext>
            </a:extLst>
          </p:cNvPr>
          <p:cNvSpPr/>
          <p:nvPr/>
        </p:nvSpPr>
        <p:spPr>
          <a:xfrm rot="16200000">
            <a:off x="12092970" y="748412"/>
            <a:ext cx="55424" cy="45719"/>
          </a:xfrm>
          <a:prstGeom prst="flowChartMerg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7" name="文本框 806">
            <a:extLst>
              <a:ext uri="{FF2B5EF4-FFF2-40B4-BE49-F238E27FC236}">
                <a16:creationId xmlns:a16="http://schemas.microsoft.com/office/drawing/2014/main" id="{009B7888-BBAB-F771-6FAF-025291F9E2E5}"/>
              </a:ext>
            </a:extLst>
          </p:cNvPr>
          <p:cNvSpPr txBox="1"/>
          <p:nvPr/>
        </p:nvSpPr>
        <p:spPr>
          <a:xfrm>
            <a:off x="3588041" y="1370411"/>
            <a:ext cx="5252286" cy="369332"/>
          </a:xfrm>
          <a:prstGeom prst="rect">
            <a:avLst/>
          </a:prstGeom>
          <a:noFill/>
        </p:spPr>
        <p:txBody>
          <a:bodyPr wrap="square" rtlCol="0">
            <a:spAutoFit/>
          </a:bodyPr>
          <a:lstStyle/>
          <a:p>
            <a:r>
              <a:rPr lang="en-US" altLang="zh-CN" b="1" dirty="0"/>
              <a:t>Multi-Stage Adversarial Reasoning </a:t>
            </a:r>
            <a:endParaRPr lang="zh-CN" altLang="en-US" b="1" dirty="0"/>
          </a:p>
        </p:txBody>
      </p:sp>
      <p:sp>
        <p:nvSpPr>
          <p:cNvPr id="808" name="文本框 807">
            <a:extLst>
              <a:ext uri="{FF2B5EF4-FFF2-40B4-BE49-F238E27FC236}">
                <a16:creationId xmlns:a16="http://schemas.microsoft.com/office/drawing/2014/main" id="{5A6C856E-90A7-D131-B513-D59D4373721B}"/>
              </a:ext>
            </a:extLst>
          </p:cNvPr>
          <p:cNvSpPr txBox="1"/>
          <p:nvPr/>
        </p:nvSpPr>
        <p:spPr>
          <a:xfrm>
            <a:off x="32957" y="6378436"/>
            <a:ext cx="12192000" cy="461088"/>
          </a:xfrm>
          <a:prstGeom prst="rect">
            <a:avLst/>
          </a:prstGeom>
          <a:noFill/>
        </p:spPr>
        <p:txBody>
          <a:bodyPr wrap="square">
            <a:spAutoFit/>
          </a:bodyPr>
          <a:lstStyle/>
          <a:p>
            <a:pPr>
              <a:lnSpc>
                <a:spcPts val="1520"/>
              </a:lnSpc>
            </a:pPr>
            <a:r>
              <a:rPr kumimoji="0" lang="en-US" altLang="zh-CN" sz="1100" b="1" i="0" u="none" strike="noStrike" cap="none" normalizeH="0" baseline="0" dirty="0">
                <a:ln>
                  <a:noFill/>
                </a:ln>
                <a:solidFill>
                  <a:schemeClr val="tx1"/>
                </a:solidFill>
                <a:effectLst/>
                <a:latin typeface="Arial" panose="020B0604020202020204" pitchFamily="34" charset="0"/>
              </a:rPr>
              <a:t>                  </a:t>
            </a:r>
            <a:r>
              <a:rPr kumimoji="0" lang="en-US" altLang="zh-CN" sz="1100" i="0" u="none" strike="noStrike" cap="none" normalizeH="0" baseline="0" dirty="0">
                <a:ln>
                  <a:noFill/>
                </a:ln>
                <a:solidFill>
                  <a:schemeClr val="tx1"/>
                </a:solidFill>
                <a:effectLst/>
                <a:latin typeface="Arial" panose="020B0604020202020204" pitchFamily="34" charset="0"/>
              </a:rPr>
              <a:t>Evidence: </a:t>
            </a:r>
            <a:r>
              <a:rPr kumimoji="0" lang="en-US" altLang="zh-CN" sz="1100" b="0" i="0" u="none" strike="noStrike" cap="none" normalizeH="0" baseline="0" dirty="0">
                <a:ln>
                  <a:noFill/>
                </a:ln>
                <a:solidFill>
                  <a:schemeClr val="tx1"/>
                </a:solidFill>
                <a:effectLst/>
                <a:latin typeface="Arial" panose="020B0604020202020204" pitchFamily="34" charset="0"/>
              </a:rPr>
              <a:t>Describe specific evidence supporting the hateful/non-hateful nature of the content.</a:t>
            </a:r>
            <a:r>
              <a:rPr lang="en-US" altLang="zh-CN" sz="1100" dirty="0">
                <a:latin typeface="Arial" panose="020B0604020202020204" pitchFamily="34" charset="0"/>
              </a:rPr>
              <a:t>                            </a:t>
            </a:r>
            <a:r>
              <a:rPr kumimoji="0" lang="en-US" altLang="zh-CN" sz="1100" i="0" u="none" strike="noStrike" cap="none" normalizeH="0" baseline="0" dirty="0">
                <a:ln>
                  <a:noFill/>
                </a:ln>
                <a:solidFill>
                  <a:schemeClr val="tx1"/>
                </a:solidFill>
                <a:effectLst/>
                <a:latin typeface="Arial" panose="020B0604020202020204" pitchFamily="34" charset="0"/>
              </a:rPr>
              <a:t>Reasoning: Explain why it is hateful/non-hateful content</a:t>
            </a:r>
            <a:r>
              <a:rPr lang="en-US" altLang="zh-CN" sz="1100" dirty="0">
                <a:latin typeface="Arial" panose="020B0604020202020204" pitchFamily="34" charset="0"/>
              </a:rPr>
              <a:t> or</a:t>
            </a:r>
            <a:r>
              <a:rPr kumimoji="0" lang="zh-CN" altLang="zh-CN" sz="1100" i="0" u="none" strike="noStrike" cap="none" normalizeH="0" baseline="0" dirty="0">
                <a:ln>
                  <a:noFill/>
                </a:ln>
                <a:effectLst/>
                <a:latin typeface="Arial Unicode MS"/>
                <a:ea typeface="JetBrains Mono"/>
              </a:rPr>
              <a:t> your decision</a:t>
            </a:r>
            <a:r>
              <a:rPr kumimoji="0" lang="en-US" altLang="zh-CN" sz="1100" b="0" i="0" u="none" strike="noStrike" cap="none" normalizeH="0" baseline="0" dirty="0">
                <a:ln>
                  <a:noFill/>
                </a:ln>
                <a:effectLst/>
                <a:latin typeface="Arial Unicode MS"/>
                <a:ea typeface="JetBrains Mono"/>
              </a:rPr>
              <a:t>.</a:t>
            </a:r>
            <a:br>
              <a:rPr kumimoji="0" lang="en-US" altLang="zh-CN" sz="1100" b="0" i="0" u="none" strike="noStrike" cap="none" normalizeH="0" baseline="0" dirty="0">
                <a:ln>
                  <a:noFill/>
                </a:ln>
                <a:solidFill>
                  <a:schemeClr val="tx1"/>
                </a:solidFill>
                <a:effectLst/>
                <a:latin typeface="Arial" panose="020B0604020202020204" pitchFamily="34" charset="0"/>
              </a:rPr>
            </a:br>
            <a:r>
              <a:rPr kumimoji="0" lang="en-US" altLang="zh-CN" sz="1100" b="1" i="0" u="none" strike="noStrike" cap="none" normalizeH="0" baseline="0" dirty="0">
                <a:ln>
                  <a:noFill/>
                </a:ln>
                <a:solidFill>
                  <a:schemeClr val="tx1"/>
                </a:solidFill>
                <a:effectLst/>
                <a:latin typeface="Arial" panose="020B0604020202020204" pitchFamily="34" charset="0"/>
              </a:rPr>
              <a:t>                             </a:t>
            </a:r>
            <a:r>
              <a:rPr kumimoji="0" lang="en-US" altLang="zh-CN" sz="1100" b="0" i="0" u="none" strike="noStrike" cap="none" normalizeH="0" baseline="0" dirty="0">
                <a:ln>
                  <a:noFill/>
                </a:ln>
                <a:solidFill>
                  <a:schemeClr val="tx1"/>
                </a:solidFill>
                <a:effectLst/>
                <a:latin typeface="Arial" panose="020B0604020202020204" pitchFamily="34" charset="0"/>
              </a:rPr>
              <a:t>    </a:t>
            </a:r>
            <a:r>
              <a:rPr kumimoji="0" lang="en-US" altLang="zh-CN" sz="1100" i="0" u="none" strike="noStrike" cap="none" normalizeH="0" baseline="0" dirty="0">
                <a:ln>
                  <a:noFill/>
                </a:ln>
                <a:effectLst/>
                <a:latin typeface="Arial" panose="020B0604020202020204" pitchFamily="34" charset="0"/>
              </a:rPr>
              <a:t>C</a:t>
            </a:r>
            <a:r>
              <a:rPr lang="en-US" altLang="zh-CN" sz="1100" dirty="0">
                <a:solidFill>
                  <a:schemeClr val="tx1"/>
                </a:solidFill>
                <a:latin typeface="Arial" panose="020B0604020202020204" pitchFamily="34" charset="0"/>
              </a:rPr>
              <a:t>onfidence</a:t>
            </a:r>
            <a:r>
              <a:rPr kumimoji="0" lang="en-US" altLang="zh-CN" sz="1100" i="0" u="none" strike="noStrike" cap="none" normalizeH="0" baseline="0" dirty="0">
                <a:ln>
                  <a:noFill/>
                </a:ln>
                <a:solidFill>
                  <a:schemeClr val="tx1"/>
                </a:solidFill>
                <a:effectLst/>
                <a:latin typeface="Arial" panose="020B0604020202020204" pitchFamily="34" charset="0"/>
              </a:rPr>
              <a:t>: </a:t>
            </a:r>
            <a:r>
              <a:rPr kumimoji="0" lang="en-US" altLang="zh-CN" sz="1100" b="0" i="0" u="none" strike="noStrike" cap="none" normalizeH="0" baseline="0" dirty="0">
                <a:ln>
                  <a:noFill/>
                </a:ln>
                <a:solidFill>
                  <a:schemeClr val="tx1"/>
                </a:solidFill>
                <a:effectLst/>
                <a:latin typeface="Arial" panose="020B0604020202020204" pitchFamily="34" charset="0"/>
              </a:rPr>
              <a:t>Your confidence in this interpretation or this decision [0-1].                                       </a:t>
            </a:r>
            <a:r>
              <a:rPr lang="en-US" altLang="zh-CN" sz="1100" dirty="0">
                <a:latin typeface="Arial" panose="020B0604020202020204" pitchFamily="34" charset="0"/>
              </a:rPr>
              <a:t>Factors: The decisive elements that determined your judgment.</a:t>
            </a:r>
          </a:p>
        </p:txBody>
      </p:sp>
      <p:cxnSp>
        <p:nvCxnSpPr>
          <p:cNvPr id="817" name="直接箭头连接符 816">
            <a:extLst>
              <a:ext uri="{FF2B5EF4-FFF2-40B4-BE49-F238E27FC236}">
                <a16:creationId xmlns:a16="http://schemas.microsoft.com/office/drawing/2014/main" id="{9EE50BC8-9469-C77E-1201-A97E49C40CC5}"/>
              </a:ext>
            </a:extLst>
          </p:cNvPr>
          <p:cNvCxnSpPr/>
          <p:nvPr/>
        </p:nvCxnSpPr>
        <p:spPr>
          <a:xfrm>
            <a:off x="1747728" y="849573"/>
            <a:ext cx="0" cy="201253"/>
          </a:xfrm>
          <a:prstGeom prst="straightConnector1">
            <a:avLst/>
          </a:prstGeom>
          <a:ln w="31750">
            <a:tailEnd type="triangle"/>
          </a:ln>
        </p:spPr>
        <p:style>
          <a:lnRef idx="2">
            <a:schemeClr val="dk1"/>
          </a:lnRef>
          <a:fillRef idx="0">
            <a:schemeClr val="dk1"/>
          </a:fillRef>
          <a:effectRef idx="1">
            <a:schemeClr val="dk1"/>
          </a:effectRef>
          <a:fontRef idx="minor">
            <a:schemeClr val="tx1"/>
          </a:fontRef>
        </p:style>
      </p:cxnSp>
      <p:cxnSp>
        <p:nvCxnSpPr>
          <p:cNvPr id="818" name="直接箭头连接符 817">
            <a:extLst>
              <a:ext uri="{FF2B5EF4-FFF2-40B4-BE49-F238E27FC236}">
                <a16:creationId xmlns:a16="http://schemas.microsoft.com/office/drawing/2014/main" id="{B5A6B0E3-6032-F6B8-EF4B-ED77A67848E7}"/>
              </a:ext>
            </a:extLst>
          </p:cNvPr>
          <p:cNvCxnSpPr/>
          <p:nvPr/>
        </p:nvCxnSpPr>
        <p:spPr>
          <a:xfrm>
            <a:off x="5191986" y="855034"/>
            <a:ext cx="0" cy="201253"/>
          </a:xfrm>
          <a:prstGeom prst="straightConnector1">
            <a:avLst/>
          </a:prstGeom>
          <a:ln w="31750">
            <a:tailEnd type="triangle"/>
          </a:ln>
        </p:spPr>
        <p:style>
          <a:lnRef idx="2">
            <a:schemeClr val="dk1"/>
          </a:lnRef>
          <a:fillRef idx="0">
            <a:schemeClr val="dk1"/>
          </a:fillRef>
          <a:effectRef idx="1">
            <a:schemeClr val="dk1"/>
          </a:effectRef>
          <a:fontRef idx="minor">
            <a:schemeClr val="tx1"/>
          </a:fontRef>
        </p:style>
      </p:cxnSp>
      <p:cxnSp>
        <p:nvCxnSpPr>
          <p:cNvPr id="820" name="直接连接符 819">
            <a:extLst>
              <a:ext uri="{FF2B5EF4-FFF2-40B4-BE49-F238E27FC236}">
                <a16:creationId xmlns:a16="http://schemas.microsoft.com/office/drawing/2014/main" id="{D67B8BA5-8745-9802-4705-5331977E7AFE}"/>
              </a:ext>
            </a:extLst>
          </p:cNvPr>
          <p:cNvCxnSpPr>
            <a:stCxn id="105" idx="3"/>
            <a:endCxn id="106" idx="1"/>
          </p:cNvCxnSpPr>
          <p:nvPr/>
        </p:nvCxnSpPr>
        <p:spPr>
          <a:xfrm>
            <a:off x="3211217" y="1190526"/>
            <a:ext cx="571026" cy="761"/>
          </a:xfrm>
          <a:prstGeom prst="line">
            <a:avLst/>
          </a:prstGeom>
          <a:ln w="31750"/>
        </p:spPr>
        <p:style>
          <a:lnRef idx="2">
            <a:schemeClr val="dk1"/>
          </a:lnRef>
          <a:fillRef idx="0">
            <a:schemeClr val="dk1"/>
          </a:fillRef>
          <a:effectRef idx="1">
            <a:schemeClr val="dk1"/>
          </a:effectRef>
          <a:fontRef idx="minor">
            <a:schemeClr val="tx1"/>
          </a:fontRef>
        </p:style>
      </p:cxnSp>
      <p:cxnSp>
        <p:nvCxnSpPr>
          <p:cNvPr id="822" name="直接箭头连接符 821">
            <a:extLst>
              <a:ext uri="{FF2B5EF4-FFF2-40B4-BE49-F238E27FC236}">
                <a16:creationId xmlns:a16="http://schemas.microsoft.com/office/drawing/2014/main" id="{C26473BF-147C-3382-9FA3-21B95F652E1C}"/>
              </a:ext>
            </a:extLst>
          </p:cNvPr>
          <p:cNvCxnSpPr>
            <a:stCxn id="106" idx="3"/>
          </p:cNvCxnSpPr>
          <p:nvPr/>
        </p:nvCxnSpPr>
        <p:spPr>
          <a:xfrm flipV="1">
            <a:off x="6488297" y="1190526"/>
            <a:ext cx="1668410" cy="761"/>
          </a:xfrm>
          <a:prstGeom prst="straightConnector1">
            <a:avLst/>
          </a:prstGeom>
          <a:ln w="31750">
            <a:tailEnd type="triangle"/>
          </a:ln>
        </p:spPr>
        <p:style>
          <a:lnRef idx="2">
            <a:schemeClr val="dk1"/>
          </a:lnRef>
          <a:fillRef idx="0">
            <a:schemeClr val="dk1"/>
          </a:fillRef>
          <a:effectRef idx="1">
            <a:schemeClr val="dk1"/>
          </a:effectRef>
          <a:fontRef idx="minor">
            <a:schemeClr val="tx1"/>
          </a:fontRef>
        </p:style>
      </p:cxnSp>
      <p:pic>
        <p:nvPicPr>
          <p:cNvPr id="827" name="图片 826" descr="卡通画&#10;&#10;描述已自动生成">
            <a:extLst>
              <a:ext uri="{FF2B5EF4-FFF2-40B4-BE49-F238E27FC236}">
                <a16:creationId xmlns:a16="http://schemas.microsoft.com/office/drawing/2014/main" id="{11EA49E6-2FE1-1D82-16F6-0684C1F2C9F2}"/>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9064238" y="1019742"/>
            <a:ext cx="950184" cy="258887"/>
          </a:xfrm>
          <a:prstGeom prst="rect">
            <a:avLst/>
          </a:prstGeom>
        </p:spPr>
      </p:pic>
      <p:pic>
        <p:nvPicPr>
          <p:cNvPr id="1039" name="Picture 15" descr="GitHub - QwenLM/Qwen: The official repo of Qwen (通义千问) chat ...">
            <a:extLst>
              <a:ext uri="{FF2B5EF4-FFF2-40B4-BE49-F238E27FC236}">
                <a16:creationId xmlns:a16="http://schemas.microsoft.com/office/drawing/2014/main" id="{64AD81E0-73FD-6149-81EB-205E9052D97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192961" y="1006359"/>
            <a:ext cx="1074817" cy="323424"/>
          </a:xfrm>
          <a:prstGeom prst="rect">
            <a:avLst/>
          </a:prstGeom>
          <a:noFill/>
          <a:extLst>
            <a:ext uri="{909E8E84-426E-40DD-AFC4-6F175D3DCCD1}">
              <a14:hiddenFill xmlns:a14="http://schemas.microsoft.com/office/drawing/2010/main">
                <a:solidFill>
                  <a:srgbClr val="FFFFFF"/>
                </a:solidFill>
              </a14:hiddenFill>
            </a:ext>
          </a:extLst>
        </p:spPr>
      </p:pic>
      <p:pic>
        <p:nvPicPr>
          <p:cNvPr id="829" name="图片 828" descr="徽标&#10;&#10;低可信度描述已自动生成">
            <a:extLst>
              <a:ext uri="{FF2B5EF4-FFF2-40B4-BE49-F238E27FC236}">
                <a16:creationId xmlns:a16="http://schemas.microsoft.com/office/drawing/2014/main" id="{52BD76F5-EB67-18E4-D1D3-A6F000F5A6B8}"/>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004554" y="1336188"/>
            <a:ext cx="1127073" cy="363572"/>
          </a:xfrm>
          <a:prstGeom prst="rect">
            <a:avLst/>
          </a:prstGeom>
        </p:spPr>
      </p:pic>
      <p:pic>
        <p:nvPicPr>
          <p:cNvPr id="831" name="图片 830" descr="文本, 图标&#10;&#10;描述已自动生成">
            <a:extLst>
              <a:ext uri="{FF2B5EF4-FFF2-40B4-BE49-F238E27FC236}">
                <a16:creationId xmlns:a16="http://schemas.microsoft.com/office/drawing/2014/main" id="{42CD2F20-EFE3-DE2F-2A30-F3CCE0F6C259}"/>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10127304" y="1380445"/>
            <a:ext cx="1127073" cy="285525"/>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B05DB39-79E9-83C9-DB67-85995FC0E6B9}"/>
                  </a:ext>
                </a:extLst>
              </p:cNvPr>
              <p:cNvSpPr txBox="1"/>
              <p:nvPr/>
            </p:nvSpPr>
            <p:spPr>
              <a:xfrm>
                <a:off x="1056850" y="764858"/>
                <a:ext cx="107559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𝐼</m:t>
                      </m:r>
                    </m:oMath>
                  </m:oMathPara>
                </a14:m>
                <a:endParaRPr lang="zh-CN" altLang="en-US" dirty="0"/>
              </a:p>
            </p:txBody>
          </p:sp>
        </mc:Choice>
        <mc:Fallback xmlns="">
          <p:sp>
            <p:nvSpPr>
              <p:cNvPr id="2" name="文本框 1">
                <a:extLst>
                  <a:ext uri="{FF2B5EF4-FFF2-40B4-BE49-F238E27FC236}">
                    <a16:creationId xmlns:a16="http://schemas.microsoft.com/office/drawing/2014/main" id="{EB05DB39-79E9-83C9-DB67-85995FC0E6B9}"/>
                  </a:ext>
                </a:extLst>
              </p:cNvPr>
              <p:cNvSpPr txBox="1">
                <a:spLocks noRot="1" noChangeAspect="1" noMove="1" noResize="1" noEditPoints="1" noAdjustHandles="1" noChangeArrowheads="1" noChangeShapeType="1" noTextEdit="1"/>
              </p:cNvSpPr>
              <p:nvPr/>
            </p:nvSpPr>
            <p:spPr>
              <a:xfrm>
                <a:off x="1056850" y="764858"/>
                <a:ext cx="1075595" cy="369332"/>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23E4022-4A29-7919-4EF0-33067B07A3EB}"/>
                  </a:ext>
                </a:extLst>
              </p:cNvPr>
              <p:cNvSpPr txBox="1"/>
              <p:nvPr/>
            </p:nvSpPr>
            <p:spPr>
              <a:xfrm>
                <a:off x="4564314" y="754405"/>
                <a:ext cx="93756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𝐴</m:t>
                      </m:r>
                    </m:oMath>
                  </m:oMathPara>
                </a14:m>
                <a:endParaRPr lang="en-US" altLang="zh-CN" b="0" dirty="0"/>
              </a:p>
            </p:txBody>
          </p:sp>
        </mc:Choice>
        <mc:Fallback xmlns="">
          <p:sp>
            <p:nvSpPr>
              <p:cNvPr id="3" name="文本框 2">
                <a:extLst>
                  <a:ext uri="{FF2B5EF4-FFF2-40B4-BE49-F238E27FC236}">
                    <a16:creationId xmlns:a16="http://schemas.microsoft.com/office/drawing/2014/main" id="{E23E4022-4A29-7919-4EF0-33067B07A3EB}"/>
                  </a:ext>
                </a:extLst>
              </p:cNvPr>
              <p:cNvSpPr txBox="1">
                <a:spLocks noRot="1" noChangeAspect="1" noMove="1" noResize="1" noEditPoints="1" noAdjustHandles="1" noChangeArrowheads="1" noChangeShapeType="1" noTextEdit="1"/>
              </p:cNvSpPr>
              <p:nvPr/>
            </p:nvSpPr>
            <p:spPr>
              <a:xfrm>
                <a:off x="4564314" y="754405"/>
                <a:ext cx="937567" cy="369332"/>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3BA7923-8486-8C88-E5F2-D9A715020EEE}"/>
                  </a:ext>
                </a:extLst>
              </p:cNvPr>
              <p:cNvSpPr txBox="1"/>
              <p:nvPr/>
            </p:nvSpPr>
            <p:spPr>
              <a:xfrm>
                <a:off x="248320" y="1849100"/>
                <a:ext cx="917050" cy="346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𝑃</m:t>
                          </m:r>
                        </m:e>
                        <m:sup>
                          <m:r>
                            <a:rPr lang="en-US" altLang="zh-CN" sz="1600" b="0" i="1" smtClean="0">
                              <a:latin typeface="Cambria Math" panose="02040503050406030204" pitchFamily="18" charset="0"/>
                            </a:rPr>
                            <m:t>𝑜𝑏𝑗</m:t>
                          </m:r>
                        </m:sup>
                      </m:sSup>
                    </m:oMath>
                  </m:oMathPara>
                </a14:m>
                <a:endParaRPr lang="zh-CN" altLang="en-US" i="1" dirty="0"/>
              </a:p>
            </p:txBody>
          </p:sp>
        </mc:Choice>
        <mc:Fallback xmlns="">
          <p:sp>
            <p:nvSpPr>
              <p:cNvPr id="4" name="文本框 3">
                <a:extLst>
                  <a:ext uri="{FF2B5EF4-FFF2-40B4-BE49-F238E27FC236}">
                    <a16:creationId xmlns:a16="http://schemas.microsoft.com/office/drawing/2014/main" id="{43BA7923-8486-8C88-E5F2-D9A715020EEE}"/>
                  </a:ext>
                </a:extLst>
              </p:cNvPr>
              <p:cNvSpPr txBox="1">
                <a:spLocks noRot="1" noChangeAspect="1" noMove="1" noResize="1" noEditPoints="1" noAdjustHandles="1" noChangeArrowheads="1" noChangeShapeType="1" noTextEdit="1"/>
              </p:cNvSpPr>
              <p:nvPr/>
            </p:nvSpPr>
            <p:spPr>
              <a:xfrm>
                <a:off x="248320" y="1849100"/>
                <a:ext cx="917050" cy="346570"/>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A8F15C7-7D66-0524-D84D-6349A0A00550}"/>
                  </a:ext>
                </a:extLst>
              </p:cNvPr>
              <p:cNvSpPr txBox="1"/>
              <p:nvPr/>
            </p:nvSpPr>
            <p:spPr>
              <a:xfrm>
                <a:off x="346337" y="3033216"/>
                <a:ext cx="499234" cy="3429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1600" i="1" smtClean="0">
                              <a:latin typeface="Cambria Math" panose="02040503050406030204" pitchFamily="18" charset="0"/>
                            </a:rPr>
                          </m:ctrlPr>
                        </m:sSupPr>
                        <m:e>
                          <m:r>
                            <a:rPr lang="en-US" altLang="zh-CN" sz="1600" b="0" i="1" smtClean="0">
                              <a:latin typeface="Cambria Math" panose="02040503050406030204" pitchFamily="18" charset="0"/>
                            </a:rPr>
                            <m:t>𝑃</m:t>
                          </m:r>
                        </m:e>
                        <m:sup>
                          <m:r>
                            <a:rPr lang="en-US" altLang="zh-CN" sz="1600" b="0" i="1" smtClean="0">
                              <a:latin typeface="Cambria Math" panose="02040503050406030204" pitchFamily="18" charset="0"/>
                            </a:rPr>
                            <m:t>h𝑎𝑡𝑒</m:t>
                          </m:r>
                        </m:sup>
                      </m:sSup>
                    </m:oMath>
                  </m:oMathPara>
                </a14:m>
                <a:endParaRPr lang="zh-CN" altLang="en-US" dirty="0"/>
              </a:p>
            </p:txBody>
          </p:sp>
        </mc:Choice>
        <mc:Fallback xmlns="">
          <p:sp>
            <p:nvSpPr>
              <p:cNvPr id="5" name="文本框 4">
                <a:extLst>
                  <a:ext uri="{FF2B5EF4-FFF2-40B4-BE49-F238E27FC236}">
                    <a16:creationId xmlns:a16="http://schemas.microsoft.com/office/drawing/2014/main" id="{0A8F15C7-7D66-0524-D84D-6349A0A00550}"/>
                  </a:ext>
                </a:extLst>
              </p:cNvPr>
              <p:cNvSpPr txBox="1">
                <a:spLocks noRot="1" noChangeAspect="1" noMove="1" noResize="1" noEditPoints="1" noAdjustHandles="1" noChangeArrowheads="1" noChangeShapeType="1" noTextEdit="1"/>
              </p:cNvSpPr>
              <p:nvPr/>
            </p:nvSpPr>
            <p:spPr>
              <a:xfrm>
                <a:off x="346337" y="3033216"/>
                <a:ext cx="499234" cy="342979"/>
              </a:xfrm>
              <a:prstGeom prst="rect">
                <a:avLst/>
              </a:prstGeom>
              <a:blipFill>
                <a:blip r:embed="rId26"/>
                <a:stretch>
                  <a:fillRect r="-195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7954696-75E0-3276-F676-0E3EB1C5ABD4}"/>
                  </a:ext>
                </a:extLst>
              </p:cNvPr>
              <p:cNvSpPr txBox="1"/>
              <p:nvPr/>
            </p:nvSpPr>
            <p:spPr>
              <a:xfrm>
                <a:off x="440533" y="4117790"/>
                <a:ext cx="499234"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1600" i="1" smtClean="0">
                              <a:latin typeface="Cambria Math" panose="02040503050406030204" pitchFamily="18" charset="0"/>
                            </a:rPr>
                          </m:ctrlPr>
                        </m:sSupPr>
                        <m:e>
                          <m:r>
                            <a:rPr lang="en-US" altLang="zh-CN" sz="1600" b="0" i="1" smtClean="0">
                              <a:latin typeface="Cambria Math" panose="02040503050406030204" pitchFamily="18" charset="0"/>
                            </a:rPr>
                            <m:t>𝑃</m:t>
                          </m:r>
                        </m:e>
                        <m:sup>
                          <m:r>
                            <a:rPr lang="en-US" altLang="zh-CN" sz="1600" b="0" i="1" smtClean="0">
                              <a:latin typeface="Cambria Math" panose="02040503050406030204" pitchFamily="18" charset="0"/>
                            </a:rPr>
                            <m:t>𝑛𝑜𝑛</m:t>
                          </m:r>
                        </m:sup>
                      </m:sSup>
                    </m:oMath>
                  </m:oMathPara>
                </a14:m>
                <a:endParaRPr lang="zh-CN" altLang="en-US" dirty="0"/>
              </a:p>
            </p:txBody>
          </p:sp>
        </mc:Choice>
        <mc:Fallback xmlns="">
          <p:sp>
            <p:nvSpPr>
              <p:cNvPr id="6" name="文本框 5">
                <a:extLst>
                  <a:ext uri="{FF2B5EF4-FFF2-40B4-BE49-F238E27FC236}">
                    <a16:creationId xmlns:a16="http://schemas.microsoft.com/office/drawing/2014/main" id="{67954696-75E0-3276-F676-0E3EB1C5ABD4}"/>
                  </a:ext>
                </a:extLst>
              </p:cNvPr>
              <p:cNvSpPr txBox="1">
                <a:spLocks noRot="1" noChangeAspect="1" noMove="1" noResize="1" noEditPoints="1" noAdjustHandles="1" noChangeArrowheads="1" noChangeShapeType="1" noTextEdit="1"/>
              </p:cNvSpPr>
              <p:nvPr/>
            </p:nvSpPr>
            <p:spPr>
              <a:xfrm>
                <a:off x="440533" y="4117790"/>
                <a:ext cx="499234" cy="338554"/>
              </a:xfrm>
              <a:prstGeom prst="rect">
                <a:avLst/>
              </a:prstGeom>
              <a:blipFill>
                <a:blip r:embed="rId27"/>
                <a:stretch>
                  <a:fillRect r="-85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B9480031-97E3-FA7D-86A9-2FBAF8334BA3}"/>
                  </a:ext>
                </a:extLst>
              </p:cNvPr>
              <p:cNvSpPr txBox="1"/>
              <p:nvPr/>
            </p:nvSpPr>
            <p:spPr>
              <a:xfrm>
                <a:off x="293783" y="5334749"/>
                <a:ext cx="499234"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1600" i="1" smtClean="0">
                              <a:latin typeface="Cambria Math" panose="02040503050406030204" pitchFamily="18" charset="0"/>
                            </a:rPr>
                          </m:ctrlPr>
                        </m:sSupPr>
                        <m:e>
                          <m:r>
                            <a:rPr lang="en-US" altLang="zh-CN" sz="1600" b="0" i="1" smtClean="0">
                              <a:latin typeface="Cambria Math" panose="02040503050406030204" pitchFamily="18" charset="0"/>
                            </a:rPr>
                            <m:t>𝑃</m:t>
                          </m:r>
                        </m:e>
                        <m:sup>
                          <m:r>
                            <a:rPr lang="en-US" altLang="zh-CN" sz="1600" b="0" i="1" smtClean="0">
                              <a:latin typeface="Cambria Math" panose="02040503050406030204" pitchFamily="18" charset="0"/>
                            </a:rPr>
                            <m:t>𝑚𝑒𝑡𝑎</m:t>
                          </m:r>
                        </m:sup>
                      </m:sSup>
                    </m:oMath>
                  </m:oMathPara>
                </a14:m>
                <a:endParaRPr lang="zh-CN" altLang="en-US" dirty="0"/>
              </a:p>
            </p:txBody>
          </p:sp>
        </mc:Choice>
        <mc:Fallback xmlns="">
          <p:sp>
            <p:nvSpPr>
              <p:cNvPr id="7" name="文本框 6">
                <a:extLst>
                  <a:ext uri="{FF2B5EF4-FFF2-40B4-BE49-F238E27FC236}">
                    <a16:creationId xmlns:a16="http://schemas.microsoft.com/office/drawing/2014/main" id="{B9480031-97E3-FA7D-86A9-2FBAF8334BA3}"/>
                  </a:ext>
                </a:extLst>
              </p:cNvPr>
              <p:cNvSpPr txBox="1">
                <a:spLocks noRot="1" noChangeAspect="1" noMove="1" noResize="1" noEditPoints="1" noAdjustHandles="1" noChangeArrowheads="1" noChangeShapeType="1" noTextEdit="1"/>
              </p:cNvSpPr>
              <p:nvPr/>
            </p:nvSpPr>
            <p:spPr>
              <a:xfrm>
                <a:off x="293783" y="5334749"/>
                <a:ext cx="499234" cy="338554"/>
              </a:xfrm>
              <a:prstGeom prst="rect">
                <a:avLst/>
              </a:prstGeom>
              <a:blipFill>
                <a:blip r:embed="rId28"/>
                <a:stretch>
                  <a:fillRect r="-280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24540C2-62E4-5D31-C2D5-21C506FAD2DC}"/>
                  </a:ext>
                </a:extLst>
              </p:cNvPr>
              <p:cNvSpPr txBox="1"/>
              <p:nvPr/>
            </p:nvSpPr>
            <p:spPr>
              <a:xfrm>
                <a:off x="11417525" y="2237926"/>
                <a:ext cx="917050" cy="3465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𝐷</m:t>
                          </m:r>
                        </m:e>
                        <m:sup>
                          <m:r>
                            <a:rPr lang="en-US" altLang="zh-CN" sz="1600" b="0" i="1" smtClean="0">
                              <a:latin typeface="Cambria Math" panose="02040503050406030204" pitchFamily="18" charset="0"/>
                            </a:rPr>
                            <m:t>𝑜𝑏𝑗</m:t>
                          </m:r>
                        </m:sup>
                      </m:sSup>
                    </m:oMath>
                  </m:oMathPara>
                </a14:m>
                <a:endParaRPr lang="zh-CN" altLang="en-US" i="1" dirty="0"/>
              </a:p>
            </p:txBody>
          </p:sp>
        </mc:Choice>
        <mc:Fallback xmlns="">
          <p:sp>
            <p:nvSpPr>
              <p:cNvPr id="8" name="文本框 7">
                <a:extLst>
                  <a:ext uri="{FF2B5EF4-FFF2-40B4-BE49-F238E27FC236}">
                    <a16:creationId xmlns:a16="http://schemas.microsoft.com/office/drawing/2014/main" id="{524540C2-62E4-5D31-C2D5-21C506FAD2DC}"/>
                  </a:ext>
                </a:extLst>
              </p:cNvPr>
              <p:cNvSpPr txBox="1">
                <a:spLocks noRot="1" noChangeAspect="1" noMove="1" noResize="1" noEditPoints="1" noAdjustHandles="1" noChangeArrowheads="1" noChangeShapeType="1" noTextEdit="1"/>
              </p:cNvSpPr>
              <p:nvPr/>
            </p:nvSpPr>
            <p:spPr>
              <a:xfrm>
                <a:off x="11417525" y="2237926"/>
                <a:ext cx="917050" cy="346570"/>
              </a:xfrm>
              <a:prstGeom prst="rect">
                <a:avLst/>
              </a:prstGeom>
              <a:blipFill>
                <a:blip r:embed="rId2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EA905EC-5C57-53F7-1EA8-C88A2D28B309}"/>
                  </a:ext>
                </a:extLst>
              </p:cNvPr>
              <p:cNvSpPr txBox="1"/>
              <p:nvPr/>
            </p:nvSpPr>
            <p:spPr>
              <a:xfrm>
                <a:off x="11572722" y="3437739"/>
                <a:ext cx="499234" cy="3429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1600" i="1" smtClean="0">
                              <a:latin typeface="Cambria Math" panose="02040503050406030204" pitchFamily="18" charset="0"/>
                            </a:rPr>
                          </m:ctrlPr>
                        </m:sSupPr>
                        <m:e>
                          <m:r>
                            <a:rPr lang="en-US" altLang="zh-CN" sz="1600" b="0" i="1" smtClean="0">
                              <a:latin typeface="Cambria Math" panose="02040503050406030204" pitchFamily="18" charset="0"/>
                            </a:rPr>
                            <m:t>𝐷</m:t>
                          </m:r>
                        </m:e>
                        <m:sup>
                          <m:r>
                            <a:rPr lang="en-US" altLang="zh-CN" sz="1600" b="0" i="1" smtClean="0">
                              <a:latin typeface="Cambria Math" panose="02040503050406030204" pitchFamily="18" charset="0"/>
                            </a:rPr>
                            <m:t>h𝑎𝑡𝑒</m:t>
                          </m:r>
                        </m:sup>
                      </m:sSup>
                    </m:oMath>
                  </m:oMathPara>
                </a14:m>
                <a:endParaRPr lang="zh-CN" altLang="en-US" dirty="0"/>
              </a:p>
            </p:txBody>
          </p:sp>
        </mc:Choice>
        <mc:Fallback xmlns="">
          <p:sp>
            <p:nvSpPr>
              <p:cNvPr id="9" name="文本框 8">
                <a:extLst>
                  <a:ext uri="{FF2B5EF4-FFF2-40B4-BE49-F238E27FC236}">
                    <a16:creationId xmlns:a16="http://schemas.microsoft.com/office/drawing/2014/main" id="{AEA905EC-5C57-53F7-1EA8-C88A2D28B309}"/>
                  </a:ext>
                </a:extLst>
              </p:cNvPr>
              <p:cNvSpPr txBox="1">
                <a:spLocks noRot="1" noChangeAspect="1" noMove="1" noResize="1" noEditPoints="1" noAdjustHandles="1" noChangeArrowheads="1" noChangeShapeType="1" noTextEdit="1"/>
              </p:cNvSpPr>
              <p:nvPr/>
            </p:nvSpPr>
            <p:spPr>
              <a:xfrm>
                <a:off x="11572722" y="3437739"/>
                <a:ext cx="499234" cy="342979"/>
              </a:xfrm>
              <a:prstGeom prst="rect">
                <a:avLst/>
              </a:prstGeom>
              <a:blipFill>
                <a:blip r:embed="rId30"/>
                <a:stretch>
                  <a:fillRect r="-24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1542560-6122-3173-4F2E-4300C9BC01C3}"/>
                  </a:ext>
                </a:extLst>
              </p:cNvPr>
              <p:cNvSpPr txBox="1"/>
              <p:nvPr/>
            </p:nvSpPr>
            <p:spPr>
              <a:xfrm>
                <a:off x="11572331" y="4717373"/>
                <a:ext cx="499234"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1600" i="1" smtClean="0">
                              <a:latin typeface="Cambria Math" panose="02040503050406030204" pitchFamily="18" charset="0"/>
                            </a:rPr>
                          </m:ctrlPr>
                        </m:sSupPr>
                        <m:e>
                          <m:r>
                            <a:rPr lang="en-US" altLang="zh-CN" sz="1600" b="0" i="1" smtClean="0">
                              <a:latin typeface="Cambria Math" panose="02040503050406030204" pitchFamily="18" charset="0"/>
                            </a:rPr>
                            <m:t>𝐷</m:t>
                          </m:r>
                        </m:e>
                        <m:sup>
                          <m:r>
                            <a:rPr lang="en-US" altLang="zh-CN" sz="1600" b="0" i="1" smtClean="0">
                              <a:latin typeface="Cambria Math" panose="02040503050406030204" pitchFamily="18" charset="0"/>
                            </a:rPr>
                            <m:t>𝑛𝑜𝑛</m:t>
                          </m:r>
                        </m:sup>
                      </m:sSup>
                    </m:oMath>
                  </m:oMathPara>
                </a14:m>
                <a:endParaRPr lang="zh-CN" altLang="en-US" dirty="0"/>
              </a:p>
            </p:txBody>
          </p:sp>
        </mc:Choice>
        <mc:Fallback xmlns="">
          <p:sp>
            <p:nvSpPr>
              <p:cNvPr id="10" name="文本框 9">
                <a:extLst>
                  <a:ext uri="{FF2B5EF4-FFF2-40B4-BE49-F238E27FC236}">
                    <a16:creationId xmlns:a16="http://schemas.microsoft.com/office/drawing/2014/main" id="{91542560-6122-3173-4F2E-4300C9BC01C3}"/>
                  </a:ext>
                </a:extLst>
              </p:cNvPr>
              <p:cNvSpPr txBox="1">
                <a:spLocks noRot="1" noChangeAspect="1" noMove="1" noResize="1" noEditPoints="1" noAdjustHandles="1" noChangeArrowheads="1" noChangeShapeType="1" noTextEdit="1"/>
              </p:cNvSpPr>
              <p:nvPr/>
            </p:nvSpPr>
            <p:spPr>
              <a:xfrm>
                <a:off x="11572331" y="4717373"/>
                <a:ext cx="499234" cy="338554"/>
              </a:xfrm>
              <a:prstGeom prst="rect">
                <a:avLst/>
              </a:prstGeom>
              <a:blipFill>
                <a:blip r:embed="rId31"/>
                <a:stretch>
                  <a:fillRect r="-121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B7B67B4-11AA-E9B9-A58E-53A591BD7D62}"/>
                  </a:ext>
                </a:extLst>
              </p:cNvPr>
              <p:cNvSpPr txBox="1"/>
              <p:nvPr/>
            </p:nvSpPr>
            <p:spPr>
              <a:xfrm>
                <a:off x="11525841" y="5758512"/>
                <a:ext cx="499234"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1600" i="1" smtClean="0">
                              <a:latin typeface="Cambria Math" panose="02040503050406030204" pitchFamily="18" charset="0"/>
                            </a:rPr>
                          </m:ctrlPr>
                        </m:sSupPr>
                        <m:e>
                          <m:r>
                            <a:rPr lang="en-US" altLang="zh-CN" sz="1600" b="0" i="1" smtClean="0">
                              <a:latin typeface="Cambria Math" panose="02040503050406030204" pitchFamily="18" charset="0"/>
                            </a:rPr>
                            <m:t>𝐷</m:t>
                          </m:r>
                        </m:e>
                        <m:sup>
                          <m:r>
                            <a:rPr lang="en-US" altLang="zh-CN" sz="1600" b="0" i="1" smtClean="0">
                              <a:latin typeface="Cambria Math" panose="02040503050406030204" pitchFamily="18" charset="0"/>
                            </a:rPr>
                            <m:t>𝑚𝑒𝑡𝑎</m:t>
                          </m:r>
                        </m:sup>
                      </m:sSup>
                    </m:oMath>
                  </m:oMathPara>
                </a14:m>
                <a:endParaRPr lang="zh-CN" altLang="en-US" dirty="0"/>
              </a:p>
            </p:txBody>
          </p:sp>
        </mc:Choice>
        <mc:Fallback xmlns="">
          <p:sp>
            <p:nvSpPr>
              <p:cNvPr id="11" name="文本框 10">
                <a:extLst>
                  <a:ext uri="{FF2B5EF4-FFF2-40B4-BE49-F238E27FC236}">
                    <a16:creationId xmlns:a16="http://schemas.microsoft.com/office/drawing/2014/main" id="{9B7B67B4-11AA-E9B9-A58E-53A591BD7D62}"/>
                  </a:ext>
                </a:extLst>
              </p:cNvPr>
              <p:cNvSpPr txBox="1">
                <a:spLocks noRot="1" noChangeAspect="1" noMove="1" noResize="1" noEditPoints="1" noAdjustHandles="1" noChangeArrowheads="1" noChangeShapeType="1" noTextEdit="1"/>
              </p:cNvSpPr>
              <p:nvPr/>
            </p:nvSpPr>
            <p:spPr>
              <a:xfrm>
                <a:off x="11525841" y="5758512"/>
                <a:ext cx="499234" cy="338554"/>
              </a:xfrm>
              <a:prstGeom prst="rect">
                <a:avLst/>
              </a:prstGeom>
              <a:blipFill>
                <a:blip r:embed="rId32"/>
                <a:stretch>
                  <a:fillRect r="-317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1B44B5B-523A-8696-8A86-80E2965FCBC6}"/>
                  </a:ext>
                </a:extLst>
              </p:cNvPr>
              <p:cNvSpPr txBox="1"/>
              <p:nvPr/>
            </p:nvSpPr>
            <p:spPr>
              <a:xfrm>
                <a:off x="53467" y="6383420"/>
                <a:ext cx="917050" cy="283924"/>
              </a:xfrm>
              <a:prstGeom prst="rect">
                <a:avLst/>
              </a:prstGeom>
              <a:noFill/>
            </p:spPr>
            <p:txBody>
              <a:bodyPr wrap="square" rtlCol="0">
                <a:spAutoFit/>
              </a:bodyPr>
              <a:lstStyle/>
              <a:p>
                <a14:m>
                  <m:oMath xmlns:m="http://schemas.openxmlformats.org/officeDocument/2006/math">
                    <m:sSup>
                      <m:sSupPr>
                        <m:ctrlPr>
                          <a:rPr lang="en-US" altLang="zh-CN" sz="1200" b="1" i="1" smtClean="0">
                            <a:latin typeface="Cambria Math" panose="02040503050406030204" pitchFamily="18" charset="0"/>
                          </a:rPr>
                        </m:ctrlPr>
                      </m:sSupPr>
                      <m:e>
                        <m:r>
                          <a:rPr lang="en-US" altLang="zh-CN" sz="1200" b="1" i="1" smtClean="0">
                            <a:latin typeface="Cambria Math" panose="02040503050406030204" pitchFamily="18" charset="0"/>
                          </a:rPr>
                          <m:t>𝑬</m:t>
                        </m:r>
                      </m:e>
                      <m:sup>
                        <m:r>
                          <a:rPr lang="en-US" altLang="zh-CN" sz="1200" b="1" i="1" smtClean="0">
                            <a:latin typeface="Cambria Math" panose="02040503050406030204" pitchFamily="18" charset="0"/>
                          </a:rPr>
                          <m:t>𝒏𝒐𝒏</m:t>
                        </m:r>
                        <m:r>
                          <a:rPr lang="en-US" altLang="zh-CN" sz="1200" b="1" i="1" smtClean="0">
                            <a:latin typeface="Cambria Math" panose="02040503050406030204" pitchFamily="18" charset="0"/>
                          </a:rPr>
                          <m:t>\</m:t>
                        </m:r>
                        <m:r>
                          <a:rPr lang="en-US" altLang="zh-CN" sz="1200" b="1" i="1" smtClean="0">
                            <a:latin typeface="Cambria Math" panose="02040503050406030204" pitchFamily="18" charset="0"/>
                          </a:rPr>
                          <m:t>𝒉𝒂𝒕𝒆</m:t>
                        </m:r>
                      </m:sup>
                    </m:sSup>
                  </m:oMath>
                </a14:m>
                <a:r>
                  <a:rPr lang="zh-CN" altLang="en-US" sz="1200" b="1" i="1" dirty="0"/>
                  <a:t>  </a:t>
                </a:r>
              </a:p>
            </p:txBody>
          </p:sp>
        </mc:Choice>
        <mc:Fallback xmlns="">
          <p:sp>
            <p:nvSpPr>
              <p:cNvPr id="12" name="文本框 11">
                <a:extLst>
                  <a:ext uri="{FF2B5EF4-FFF2-40B4-BE49-F238E27FC236}">
                    <a16:creationId xmlns:a16="http://schemas.microsoft.com/office/drawing/2014/main" id="{41B44B5B-523A-8696-8A86-80E2965FCBC6}"/>
                  </a:ext>
                </a:extLst>
              </p:cNvPr>
              <p:cNvSpPr txBox="1">
                <a:spLocks noRot="1" noChangeAspect="1" noMove="1" noResize="1" noEditPoints="1" noAdjustHandles="1" noChangeArrowheads="1" noChangeShapeType="1" noTextEdit="1"/>
              </p:cNvSpPr>
              <p:nvPr/>
            </p:nvSpPr>
            <p:spPr>
              <a:xfrm>
                <a:off x="53467" y="6383420"/>
                <a:ext cx="917050" cy="283924"/>
              </a:xfrm>
              <a:prstGeom prst="rect">
                <a:avLst/>
              </a:prstGeom>
              <a:blipFill>
                <a:blip r:embed="rId3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4BDCF85E-AB24-1EEF-8DA9-13A3939CBA6B}"/>
                  </a:ext>
                </a:extLst>
              </p:cNvPr>
              <p:cNvSpPr txBox="1"/>
              <p:nvPr/>
            </p:nvSpPr>
            <p:spPr>
              <a:xfrm>
                <a:off x="51224" y="6563144"/>
                <a:ext cx="917050" cy="285847"/>
              </a:xfrm>
              <a:prstGeom prst="rect">
                <a:avLst/>
              </a:prstGeom>
              <a:noFill/>
            </p:spPr>
            <p:txBody>
              <a:bodyPr wrap="square" rtlCol="0">
                <a:spAutoFit/>
              </a:bodyPr>
              <a:lstStyle/>
              <a:p>
                <a14:m>
                  <m:oMath xmlns:m="http://schemas.openxmlformats.org/officeDocument/2006/math">
                    <m:sSup>
                      <m:sSupPr>
                        <m:ctrlPr>
                          <a:rPr lang="en-US" altLang="zh-CN" sz="1200" b="1" i="1" smtClean="0">
                            <a:latin typeface="Cambria Math" panose="02040503050406030204" pitchFamily="18" charset="0"/>
                          </a:rPr>
                        </m:ctrlPr>
                      </m:sSupPr>
                      <m:e>
                        <m:r>
                          <a:rPr lang="en-US" altLang="zh-CN" sz="1200" b="1" i="1" smtClean="0">
                            <a:latin typeface="Cambria Math" panose="02040503050406030204" pitchFamily="18" charset="0"/>
                          </a:rPr>
                          <m:t>𝒄𝒐𝒏𝒇</m:t>
                        </m:r>
                      </m:e>
                      <m:sup>
                        <m:r>
                          <a:rPr lang="en-US" altLang="zh-CN" sz="1200" b="1" i="1" smtClean="0">
                            <a:latin typeface="Cambria Math" panose="02040503050406030204" pitchFamily="18" charset="0"/>
                          </a:rPr>
                          <m:t>𝒏𝒐𝒏</m:t>
                        </m:r>
                        <m:r>
                          <a:rPr lang="en-US" altLang="zh-CN" sz="1200" b="1" i="1" smtClean="0">
                            <a:latin typeface="Cambria Math" panose="02040503050406030204" pitchFamily="18" charset="0"/>
                          </a:rPr>
                          <m:t>\</m:t>
                        </m:r>
                        <m:r>
                          <a:rPr lang="en-US" altLang="zh-CN" sz="1200" b="1" i="1" smtClean="0">
                            <a:latin typeface="Cambria Math" panose="02040503050406030204" pitchFamily="18" charset="0"/>
                          </a:rPr>
                          <m:t>𝒉𝒂𝒕𝒆</m:t>
                        </m:r>
                        <m:r>
                          <a:rPr lang="en-US" altLang="zh-CN" sz="1200" b="1" i="1" smtClean="0">
                            <a:latin typeface="Cambria Math" panose="02040503050406030204" pitchFamily="18" charset="0"/>
                          </a:rPr>
                          <m:t>\</m:t>
                        </m:r>
                        <m:r>
                          <a:rPr lang="en-US" altLang="zh-CN" sz="1200" b="1" i="1" smtClean="0">
                            <a:latin typeface="Cambria Math" panose="02040503050406030204" pitchFamily="18" charset="0"/>
                          </a:rPr>
                          <m:t>𝒇𝒊𝒏𝒂𝒍</m:t>
                        </m:r>
                      </m:sup>
                    </m:sSup>
                  </m:oMath>
                </a14:m>
                <a:r>
                  <a:rPr lang="zh-CN" altLang="en-US" sz="1200" i="1" dirty="0"/>
                  <a:t>  </a:t>
                </a:r>
              </a:p>
            </p:txBody>
          </p:sp>
        </mc:Choice>
        <mc:Fallback xmlns="">
          <p:sp>
            <p:nvSpPr>
              <p:cNvPr id="13" name="文本框 12">
                <a:extLst>
                  <a:ext uri="{FF2B5EF4-FFF2-40B4-BE49-F238E27FC236}">
                    <a16:creationId xmlns:a16="http://schemas.microsoft.com/office/drawing/2014/main" id="{4BDCF85E-AB24-1EEF-8DA9-13A3939CBA6B}"/>
                  </a:ext>
                </a:extLst>
              </p:cNvPr>
              <p:cNvSpPr txBox="1">
                <a:spLocks noRot="1" noChangeAspect="1" noMove="1" noResize="1" noEditPoints="1" noAdjustHandles="1" noChangeArrowheads="1" noChangeShapeType="1" noTextEdit="1"/>
              </p:cNvSpPr>
              <p:nvPr/>
            </p:nvSpPr>
            <p:spPr>
              <a:xfrm>
                <a:off x="51224" y="6563144"/>
                <a:ext cx="917050" cy="285847"/>
              </a:xfrm>
              <a:prstGeom prst="rect">
                <a:avLst/>
              </a:prstGeom>
              <a:blipFill>
                <a:blip r:embed="rId34"/>
                <a:stretch>
                  <a:fillRect r="-46358" b="-4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21A83C7-47BB-9804-F946-CD5627B648CA}"/>
                  </a:ext>
                </a:extLst>
              </p:cNvPr>
              <p:cNvSpPr txBox="1"/>
              <p:nvPr/>
            </p:nvSpPr>
            <p:spPr>
              <a:xfrm>
                <a:off x="6596559" y="6367921"/>
                <a:ext cx="917050" cy="284180"/>
              </a:xfrm>
              <a:prstGeom prst="rect">
                <a:avLst/>
              </a:prstGeom>
              <a:noFill/>
            </p:spPr>
            <p:txBody>
              <a:bodyPr wrap="square" rtlCol="0">
                <a:spAutoFit/>
              </a:bodyPr>
              <a:lstStyle/>
              <a:p>
                <a14:m>
                  <m:oMath xmlns:m="http://schemas.openxmlformats.org/officeDocument/2006/math">
                    <m:sSup>
                      <m:sSupPr>
                        <m:ctrlPr>
                          <a:rPr lang="en-US" altLang="zh-CN" sz="1200" b="1" i="1" smtClean="0">
                            <a:latin typeface="Cambria Math" panose="02040503050406030204" pitchFamily="18" charset="0"/>
                          </a:rPr>
                        </m:ctrlPr>
                      </m:sSupPr>
                      <m:e>
                        <m:r>
                          <a:rPr lang="en-US" altLang="zh-CN" sz="1200" b="1" i="1" smtClean="0">
                            <a:latin typeface="Cambria Math" panose="02040503050406030204" pitchFamily="18" charset="0"/>
                          </a:rPr>
                          <m:t>𝑹</m:t>
                        </m:r>
                      </m:e>
                      <m:sup>
                        <m:r>
                          <a:rPr lang="en-US" altLang="zh-CN" sz="1200" b="1" i="1" smtClean="0">
                            <a:latin typeface="Cambria Math" panose="02040503050406030204" pitchFamily="18" charset="0"/>
                          </a:rPr>
                          <m:t>𝒏𝒐𝒏</m:t>
                        </m:r>
                        <m:r>
                          <a:rPr lang="en-US" altLang="zh-CN" sz="1200" b="1" i="1" smtClean="0">
                            <a:latin typeface="Cambria Math" panose="02040503050406030204" pitchFamily="18" charset="0"/>
                          </a:rPr>
                          <m:t>\</m:t>
                        </m:r>
                        <m:r>
                          <a:rPr lang="en-US" altLang="zh-CN" sz="1200" b="1" i="1" smtClean="0">
                            <a:latin typeface="Cambria Math" panose="02040503050406030204" pitchFamily="18" charset="0"/>
                          </a:rPr>
                          <m:t>𝒉𝒂𝒕𝒆</m:t>
                        </m:r>
                        <m:r>
                          <a:rPr lang="en-US" altLang="zh-CN" sz="1200" b="1" i="1" smtClean="0">
                            <a:latin typeface="Cambria Math" panose="02040503050406030204" pitchFamily="18" charset="0"/>
                          </a:rPr>
                          <m:t>\</m:t>
                        </m:r>
                        <m:r>
                          <a:rPr lang="en-US" altLang="zh-CN" sz="1200" b="1" i="1" smtClean="0">
                            <a:latin typeface="Cambria Math" panose="02040503050406030204" pitchFamily="18" charset="0"/>
                          </a:rPr>
                          <m:t>𝒇𝒊𝒏𝒂𝒍</m:t>
                        </m:r>
                      </m:sup>
                    </m:sSup>
                  </m:oMath>
                </a14:m>
                <a:r>
                  <a:rPr lang="zh-CN" altLang="en-US" sz="1200" b="1" i="1" dirty="0"/>
                  <a:t>  </a:t>
                </a:r>
                <a:endParaRPr lang="zh-CN" altLang="en-US" sz="1400" b="1" i="1" dirty="0"/>
              </a:p>
            </p:txBody>
          </p:sp>
        </mc:Choice>
        <mc:Fallback xmlns="">
          <p:sp>
            <p:nvSpPr>
              <p:cNvPr id="16" name="文本框 15">
                <a:extLst>
                  <a:ext uri="{FF2B5EF4-FFF2-40B4-BE49-F238E27FC236}">
                    <a16:creationId xmlns:a16="http://schemas.microsoft.com/office/drawing/2014/main" id="{021A83C7-47BB-9804-F946-CD5627B648CA}"/>
                  </a:ext>
                </a:extLst>
              </p:cNvPr>
              <p:cNvSpPr txBox="1">
                <a:spLocks noRot="1" noChangeAspect="1" noMove="1" noResize="1" noEditPoints="1" noAdjustHandles="1" noChangeArrowheads="1" noChangeShapeType="1" noTextEdit="1"/>
              </p:cNvSpPr>
              <p:nvPr/>
            </p:nvSpPr>
            <p:spPr>
              <a:xfrm>
                <a:off x="6596559" y="6367921"/>
                <a:ext cx="917050" cy="284180"/>
              </a:xfrm>
              <a:prstGeom prst="rect">
                <a:avLst/>
              </a:prstGeom>
              <a:blipFill>
                <a:blip r:embed="rId35"/>
                <a:stretch>
                  <a:fillRect r="-198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E1EB15D3-26CE-E5D8-1E5D-31F3D509C1B9}"/>
                  </a:ext>
                </a:extLst>
              </p:cNvPr>
              <p:cNvSpPr txBox="1"/>
              <p:nvPr/>
            </p:nvSpPr>
            <p:spPr>
              <a:xfrm>
                <a:off x="6579358" y="6575186"/>
                <a:ext cx="917050" cy="284180"/>
              </a:xfrm>
              <a:prstGeom prst="rect">
                <a:avLst/>
              </a:prstGeom>
              <a:noFill/>
            </p:spPr>
            <p:txBody>
              <a:bodyPr wrap="square" rtlCol="0">
                <a:spAutoFit/>
              </a:bodyPr>
              <a:lstStyle/>
              <a:p>
                <a14:m>
                  <m:oMath xmlns:m="http://schemas.openxmlformats.org/officeDocument/2006/math">
                    <m:sSup>
                      <m:sSupPr>
                        <m:ctrlPr>
                          <a:rPr lang="en-US" altLang="zh-CN" sz="1200" b="1" i="1" smtClean="0">
                            <a:latin typeface="Cambria Math" panose="02040503050406030204" pitchFamily="18" charset="0"/>
                          </a:rPr>
                        </m:ctrlPr>
                      </m:sSupPr>
                      <m:e>
                        <m:r>
                          <a:rPr lang="en-US" altLang="zh-CN" sz="1200" b="1" i="1" smtClean="0">
                            <a:latin typeface="Cambria Math" panose="02040503050406030204" pitchFamily="18" charset="0"/>
                          </a:rPr>
                          <m:t>𝑲</m:t>
                        </m:r>
                      </m:e>
                      <m:sup>
                        <m:r>
                          <a:rPr lang="en-US" altLang="zh-CN" sz="1200" b="1" i="1" smtClean="0">
                            <a:latin typeface="Cambria Math" panose="02040503050406030204" pitchFamily="18" charset="0"/>
                          </a:rPr>
                          <m:t>𝒇𝒂𝒄𝒕𝒐𝒓𝒔</m:t>
                        </m:r>
                      </m:sup>
                    </m:sSup>
                  </m:oMath>
                </a14:m>
                <a:r>
                  <a:rPr lang="zh-CN" altLang="en-US" sz="1200" b="1" i="1" dirty="0"/>
                  <a:t>  </a:t>
                </a:r>
                <a:endParaRPr lang="zh-CN" altLang="en-US" sz="1400" b="1" i="1" dirty="0"/>
              </a:p>
            </p:txBody>
          </p:sp>
        </mc:Choice>
        <mc:Fallback xmlns="">
          <p:sp>
            <p:nvSpPr>
              <p:cNvPr id="17" name="文本框 16">
                <a:extLst>
                  <a:ext uri="{FF2B5EF4-FFF2-40B4-BE49-F238E27FC236}">
                    <a16:creationId xmlns:a16="http://schemas.microsoft.com/office/drawing/2014/main" id="{E1EB15D3-26CE-E5D8-1E5D-31F3D509C1B9}"/>
                  </a:ext>
                </a:extLst>
              </p:cNvPr>
              <p:cNvSpPr txBox="1">
                <a:spLocks noRot="1" noChangeAspect="1" noMove="1" noResize="1" noEditPoints="1" noAdjustHandles="1" noChangeArrowheads="1" noChangeShapeType="1" noTextEdit="1"/>
              </p:cNvSpPr>
              <p:nvPr/>
            </p:nvSpPr>
            <p:spPr>
              <a:xfrm>
                <a:off x="6579358" y="6575186"/>
                <a:ext cx="917050" cy="284180"/>
              </a:xfrm>
              <a:prstGeom prst="rect">
                <a:avLst/>
              </a:prstGeom>
              <a:blipFill>
                <a:blip r:embed="rId36"/>
                <a:stretch>
                  <a:fillRect/>
                </a:stretch>
              </a:blipFill>
            </p:spPr>
            <p:txBody>
              <a:bodyPr/>
              <a:lstStyle/>
              <a:p>
                <a:r>
                  <a:rPr lang="zh-CN" altLang="en-US">
                    <a:noFill/>
                  </a:rPr>
                  <a:t> </a:t>
                </a:r>
              </a:p>
            </p:txBody>
          </p:sp>
        </mc:Fallback>
      </mc:AlternateContent>
      <p:sp>
        <p:nvSpPr>
          <p:cNvPr id="18" name="对话气泡: 圆角矩形 17">
            <a:extLst>
              <a:ext uri="{FF2B5EF4-FFF2-40B4-BE49-F238E27FC236}">
                <a16:creationId xmlns:a16="http://schemas.microsoft.com/office/drawing/2014/main" id="{631F8EA9-1CE0-11BE-6C0D-190F0713242F}"/>
              </a:ext>
            </a:extLst>
          </p:cNvPr>
          <p:cNvSpPr/>
          <p:nvPr/>
        </p:nvSpPr>
        <p:spPr>
          <a:xfrm>
            <a:off x="800380" y="4571788"/>
            <a:ext cx="10789118" cy="526435"/>
          </a:xfrm>
          <a:prstGeom prst="wedgeRoundRectCallout">
            <a:avLst>
              <a:gd name="adj1" fmla="val -52240"/>
              <a:gd name="adj2" fmla="val -30837"/>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100" b="1" dirty="0">
                <a:solidFill>
                  <a:schemeClr val="tx1"/>
                </a:solidFill>
              </a:rPr>
              <a:t>Response3:</a:t>
            </a:r>
            <a:r>
              <a:rPr lang="en-US" altLang="zh-CN" sz="1100" dirty="0">
                <a:solidFill>
                  <a:schemeClr val="tx1"/>
                </a:solidFill>
              </a:rPr>
              <a:t>  "The phrase '</a:t>
            </a:r>
            <a:r>
              <a:rPr lang="en-US" altLang="zh-CN" sz="1100" dirty="0" err="1">
                <a:solidFill>
                  <a:schemeClr val="tx1"/>
                </a:solidFill>
              </a:rPr>
              <a:t>CoonWatch</a:t>
            </a:r>
            <a:r>
              <a:rPr lang="en-US" altLang="zh-CN" sz="1100" dirty="0">
                <a:solidFill>
                  <a:schemeClr val="tx1"/>
                </a:solidFill>
              </a:rPr>
              <a:t>' suggests an intent to expose or critique rather than perpetuate harmful stereotypes. Reasoning: "The content seems to operate within a framework of satire or commentary, potentially critiquing behaviors or statements rather than targeting individuals based on identity. The use of '</a:t>
            </a:r>
            <a:r>
              <a:rPr lang="en-US" altLang="zh-CN" sz="1100" dirty="0" err="1">
                <a:solidFill>
                  <a:schemeClr val="tx1"/>
                </a:solidFill>
              </a:rPr>
              <a:t>CoonWatch</a:t>
            </a:r>
            <a:r>
              <a:rPr lang="en-US" altLang="zh-CN" sz="1100" dirty="0">
                <a:solidFill>
                  <a:schemeClr val="tx1"/>
                </a:solidFill>
              </a:rPr>
              <a:t>' implies a focus on exposing problematic behavior rather than engaging in hate speech. Confidence: 0.4</a:t>
            </a:r>
            <a:endParaRPr lang="zh-CN" altLang="en-US" sz="1100" dirty="0">
              <a:solidFill>
                <a:schemeClr val="tx1"/>
              </a:solidFill>
            </a:endParaRPr>
          </a:p>
        </p:txBody>
      </p:sp>
      <p:sp>
        <p:nvSpPr>
          <p:cNvPr id="19" name="对话气泡: 圆角矩形 18">
            <a:extLst>
              <a:ext uri="{FF2B5EF4-FFF2-40B4-BE49-F238E27FC236}">
                <a16:creationId xmlns:a16="http://schemas.microsoft.com/office/drawing/2014/main" id="{E49C3E5A-C8F2-E223-B5CC-138214B07478}"/>
              </a:ext>
            </a:extLst>
          </p:cNvPr>
          <p:cNvSpPr/>
          <p:nvPr/>
        </p:nvSpPr>
        <p:spPr>
          <a:xfrm>
            <a:off x="812373" y="5761846"/>
            <a:ext cx="10789118" cy="542979"/>
          </a:xfrm>
          <a:prstGeom prst="wedgeRoundRectCallout">
            <a:avLst>
              <a:gd name="adj1" fmla="val -52240"/>
              <a:gd name="adj2" fmla="val -30837"/>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100" b="1" dirty="0">
                <a:solidFill>
                  <a:schemeClr val="tx1"/>
                </a:solidFill>
              </a:rPr>
              <a:t>Response4:</a:t>
            </a:r>
            <a:r>
              <a:rPr lang="en-US" altLang="zh-CN" sz="1100" dirty="0">
                <a:solidFill>
                  <a:schemeClr val="tx1"/>
                </a:solidFill>
              </a:rPr>
              <a:t>  Label: 1, Confidence: 0.95, Key factors: Use of derogatory racial slurs such as 'Coon' and 'Coon Shaming', which are historically offensive and </a:t>
            </a:r>
            <a:r>
              <a:rPr lang="en-US" altLang="zh-CN" sz="1100" dirty="0" err="1">
                <a:solidFill>
                  <a:schemeClr val="tx1"/>
                </a:solidFill>
              </a:rPr>
              <a:t>demeaning“,”Implied</a:t>
            </a:r>
            <a:r>
              <a:rPr lang="en-US" altLang="zh-CN" sz="1100" dirty="0">
                <a:solidFill>
                  <a:schemeClr val="tx1"/>
                </a:solidFill>
              </a:rPr>
              <a:t> racial hierarchy where acceptance and well-being are dependent on approval from white people, supporting white supremacy. Reasoning: "The explicit use of racial slurs and the promotion of discriminatory attitudes towards Black individuals outweigh any potential satirical intent."</a:t>
            </a:r>
            <a:endParaRPr lang="zh-CN" altLang="en-US" sz="1100" dirty="0">
              <a:solidFill>
                <a:schemeClr val="tx1"/>
              </a:solidFill>
            </a:endParaRPr>
          </a:p>
        </p:txBody>
      </p:sp>
    </p:spTree>
    <p:extLst>
      <p:ext uri="{BB962C8B-B14F-4D97-AF65-F5344CB8AC3E}">
        <p14:creationId xmlns:p14="http://schemas.microsoft.com/office/powerpoint/2010/main" val="3142717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矩形 196">
            <a:extLst>
              <a:ext uri="{FF2B5EF4-FFF2-40B4-BE49-F238E27FC236}">
                <a16:creationId xmlns:a16="http://schemas.microsoft.com/office/drawing/2014/main" id="{D84F02E4-480E-27D5-9C0F-D46E14885C94}"/>
              </a:ext>
            </a:extLst>
          </p:cNvPr>
          <p:cNvSpPr/>
          <p:nvPr/>
        </p:nvSpPr>
        <p:spPr>
          <a:xfrm>
            <a:off x="10607004" y="391980"/>
            <a:ext cx="1527182" cy="82789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6" name="矩形 195">
            <a:extLst>
              <a:ext uri="{FF2B5EF4-FFF2-40B4-BE49-F238E27FC236}">
                <a16:creationId xmlns:a16="http://schemas.microsoft.com/office/drawing/2014/main" id="{4B7E5FA3-C3F9-B913-A580-176FD3DF42D6}"/>
              </a:ext>
            </a:extLst>
          </p:cNvPr>
          <p:cNvSpPr/>
          <p:nvPr/>
        </p:nvSpPr>
        <p:spPr>
          <a:xfrm>
            <a:off x="6114236" y="388304"/>
            <a:ext cx="4508300" cy="827890"/>
          </a:xfrm>
          <a:prstGeom prst="rect">
            <a:avLst/>
          </a:prstGeom>
          <a:solidFill>
            <a:srgbClr val="F6A4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矩形 194">
            <a:extLst>
              <a:ext uri="{FF2B5EF4-FFF2-40B4-BE49-F238E27FC236}">
                <a16:creationId xmlns:a16="http://schemas.microsoft.com/office/drawing/2014/main" id="{BCCEB44C-4C10-59E5-186E-86C6C84A64B2}"/>
              </a:ext>
            </a:extLst>
          </p:cNvPr>
          <p:cNvSpPr/>
          <p:nvPr/>
        </p:nvSpPr>
        <p:spPr>
          <a:xfrm>
            <a:off x="-6397" y="384628"/>
            <a:ext cx="6124518" cy="82789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EC034F79-3D7B-58EF-1605-8A78D988D70B}"/>
              </a:ext>
            </a:extLst>
          </p:cNvPr>
          <p:cNvPicPr>
            <a:picLocks noChangeAspect="1"/>
          </p:cNvPicPr>
          <p:nvPr/>
        </p:nvPicPr>
        <p:blipFill>
          <a:blip r:embed="rId2"/>
          <a:stretch>
            <a:fillRect/>
          </a:stretch>
        </p:blipFill>
        <p:spPr>
          <a:xfrm>
            <a:off x="52251" y="549193"/>
            <a:ext cx="761388" cy="427946"/>
          </a:xfrm>
          <a:prstGeom prst="rect">
            <a:avLst/>
          </a:prstGeom>
        </p:spPr>
      </p:pic>
      <p:pic>
        <p:nvPicPr>
          <p:cNvPr id="7" name="图片 6">
            <a:extLst>
              <a:ext uri="{FF2B5EF4-FFF2-40B4-BE49-F238E27FC236}">
                <a16:creationId xmlns:a16="http://schemas.microsoft.com/office/drawing/2014/main" id="{FF64286F-41F3-BF04-A066-19141248B3AF}"/>
              </a:ext>
            </a:extLst>
          </p:cNvPr>
          <p:cNvPicPr>
            <a:picLocks noChangeAspect="1"/>
          </p:cNvPicPr>
          <p:nvPr/>
        </p:nvPicPr>
        <p:blipFill>
          <a:blip r:embed="rId3"/>
          <a:stretch>
            <a:fillRect/>
          </a:stretch>
        </p:blipFill>
        <p:spPr>
          <a:xfrm>
            <a:off x="813461" y="549193"/>
            <a:ext cx="761388" cy="427946"/>
          </a:xfrm>
          <a:prstGeom prst="rect">
            <a:avLst/>
          </a:prstGeom>
        </p:spPr>
      </p:pic>
      <p:pic>
        <p:nvPicPr>
          <p:cNvPr id="8" name="图片 7">
            <a:extLst>
              <a:ext uri="{FF2B5EF4-FFF2-40B4-BE49-F238E27FC236}">
                <a16:creationId xmlns:a16="http://schemas.microsoft.com/office/drawing/2014/main" id="{FC7D3537-A659-F49F-2ADD-601B19D8066B}"/>
              </a:ext>
            </a:extLst>
          </p:cNvPr>
          <p:cNvPicPr>
            <a:picLocks noChangeAspect="1"/>
          </p:cNvPicPr>
          <p:nvPr/>
        </p:nvPicPr>
        <p:blipFill>
          <a:blip r:embed="rId4"/>
          <a:stretch>
            <a:fillRect/>
          </a:stretch>
        </p:blipFill>
        <p:spPr>
          <a:xfrm>
            <a:off x="1569464" y="543542"/>
            <a:ext cx="761388" cy="427946"/>
          </a:xfrm>
          <a:prstGeom prst="rect">
            <a:avLst/>
          </a:prstGeom>
        </p:spPr>
      </p:pic>
      <p:pic>
        <p:nvPicPr>
          <p:cNvPr id="9" name="图片 8">
            <a:extLst>
              <a:ext uri="{FF2B5EF4-FFF2-40B4-BE49-F238E27FC236}">
                <a16:creationId xmlns:a16="http://schemas.microsoft.com/office/drawing/2014/main" id="{F67D46DB-C04C-95AD-05BE-510123757CA8}"/>
              </a:ext>
            </a:extLst>
          </p:cNvPr>
          <p:cNvPicPr>
            <a:picLocks noChangeAspect="1"/>
          </p:cNvPicPr>
          <p:nvPr/>
        </p:nvPicPr>
        <p:blipFill>
          <a:blip r:embed="rId5"/>
          <a:stretch>
            <a:fillRect/>
          </a:stretch>
        </p:blipFill>
        <p:spPr>
          <a:xfrm>
            <a:off x="2325289" y="543542"/>
            <a:ext cx="761388" cy="427946"/>
          </a:xfrm>
          <a:prstGeom prst="rect">
            <a:avLst/>
          </a:prstGeom>
        </p:spPr>
      </p:pic>
      <p:pic>
        <p:nvPicPr>
          <p:cNvPr id="10" name="图片 9">
            <a:extLst>
              <a:ext uri="{FF2B5EF4-FFF2-40B4-BE49-F238E27FC236}">
                <a16:creationId xmlns:a16="http://schemas.microsoft.com/office/drawing/2014/main" id="{0EB69B72-79C3-999D-61BC-F25B96B3FBDA}"/>
              </a:ext>
            </a:extLst>
          </p:cNvPr>
          <p:cNvPicPr>
            <a:picLocks noChangeAspect="1"/>
          </p:cNvPicPr>
          <p:nvPr/>
        </p:nvPicPr>
        <p:blipFill>
          <a:blip r:embed="rId6"/>
          <a:stretch>
            <a:fillRect/>
          </a:stretch>
        </p:blipFill>
        <p:spPr>
          <a:xfrm>
            <a:off x="3081292" y="543542"/>
            <a:ext cx="761388" cy="427946"/>
          </a:xfrm>
          <a:prstGeom prst="rect">
            <a:avLst/>
          </a:prstGeom>
        </p:spPr>
      </p:pic>
      <p:pic>
        <p:nvPicPr>
          <p:cNvPr id="11" name="图片 10">
            <a:extLst>
              <a:ext uri="{FF2B5EF4-FFF2-40B4-BE49-F238E27FC236}">
                <a16:creationId xmlns:a16="http://schemas.microsoft.com/office/drawing/2014/main" id="{7C73934E-9420-D3FA-E90B-C78173409389}"/>
              </a:ext>
            </a:extLst>
          </p:cNvPr>
          <p:cNvPicPr>
            <a:picLocks noChangeAspect="1"/>
          </p:cNvPicPr>
          <p:nvPr/>
        </p:nvPicPr>
        <p:blipFill>
          <a:blip r:embed="rId7"/>
          <a:stretch>
            <a:fillRect/>
          </a:stretch>
        </p:blipFill>
        <p:spPr>
          <a:xfrm>
            <a:off x="3841198" y="542332"/>
            <a:ext cx="761388" cy="427946"/>
          </a:xfrm>
          <a:prstGeom prst="rect">
            <a:avLst/>
          </a:prstGeom>
        </p:spPr>
      </p:pic>
      <p:pic>
        <p:nvPicPr>
          <p:cNvPr id="12" name="图片 11">
            <a:extLst>
              <a:ext uri="{FF2B5EF4-FFF2-40B4-BE49-F238E27FC236}">
                <a16:creationId xmlns:a16="http://schemas.microsoft.com/office/drawing/2014/main" id="{F4C74B32-0D94-34F5-937B-CAD0FFB907D4}"/>
              </a:ext>
            </a:extLst>
          </p:cNvPr>
          <p:cNvPicPr>
            <a:picLocks noChangeAspect="1"/>
          </p:cNvPicPr>
          <p:nvPr/>
        </p:nvPicPr>
        <p:blipFill>
          <a:blip r:embed="rId8"/>
          <a:stretch>
            <a:fillRect/>
          </a:stretch>
        </p:blipFill>
        <p:spPr>
          <a:xfrm>
            <a:off x="4585654" y="542332"/>
            <a:ext cx="761388" cy="427946"/>
          </a:xfrm>
          <a:prstGeom prst="rect">
            <a:avLst/>
          </a:prstGeom>
        </p:spPr>
      </p:pic>
      <p:pic>
        <p:nvPicPr>
          <p:cNvPr id="13" name="图片 12">
            <a:extLst>
              <a:ext uri="{FF2B5EF4-FFF2-40B4-BE49-F238E27FC236}">
                <a16:creationId xmlns:a16="http://schemas.microsoft.com/office/drawing/2014/main" id="{EA3FC956-B4F1-8C57-01EB-D58BE370DA14}"/>
              </a:ext>
            </a:extLst>
          </p:cNvPr>
          <p:cNvPicPr>
            <a:picLocks noChangeAspect="1"/>
          </p:cNvPicPr>
          <p:nvPr/>
        </p:nvPicPr>
        <p:blipFill>
          <a:blip r:embed="rId9"/>
          <a:stretch>
            <a:fillRect/>
          </a:stretch>
        </p:blipFill>
        <p:spPr>
          <a:xfrm>
            <a:off x="5345560" y="544075"/>
            <a:ext cx="761388" cy="427946"/>
          </a:xfrm>
          <a:prstGeom prst="rect">
            <a:avLst/>
          </a:prstGeom>
        </p:spPr>
      </p:pic>
      <p:pic>
        <p:nvPicPr>
          <p:cNvPr id="14" name="图片 13">
            <a:extLst>
              <a:ext uri="{FF2B5EF4-FFF2-40B4-BE49-F238E27FC236}">
                <a16:creationId xmlns:a16="http://schemas.microsoft.com/office/drawing/2014/main" id="{E44E7B55-FA1F-CAA9-8824-29E6E7642D4E}"/>
              </a:ext>
            </a:extLst>
          </p:cNvPr>
          <p:cNvPicPr>
            <a:picLocks noChangeAspect="1"/>
          </p:cNvPicPr>
          <p:nvPr/>
        </p:nvPicPr>
        <p:blipFill>
          <a:blip r:embed="rId10"/>
          <a:stretch>
            <a:fillRect/>
          </a:stretch>
        </p:blipFill>
        <p:spPr>
          <a:xfrm>
            <a:off x="6109029" y="544075"/>
            <a:ext cx="761388" cy="427946"/>
          </a:xfrm>
          <a:prstGeom prst="rect">
            <a:avLst/>
          </a:prstGeom>
        </p:spPr>
      </p:pic>
      <p:pic>
        <p:nvPicPr>
          <p:cNvPr id="15" name="图片 14">
            <a:extLst>
              <a:ext uri="{FF2B5EF4-FFF2-40B4-BE49-F238E27FC236}">
                <a16:creationId xmlns:a16="http://schemas.microsoft.com/office/drawing/2014/main" id="{EECF6570-BEDC-77CD-4742-487EC2392A20}"/>
              </a:ext>
            </a:extLst>
          </p:cNvPr>
          <p:cNvPicPr>
            <a:picLocks noChangeAspect="1"/>
          </p:cNvPicPr>
          <p:nvPr/>
        </p:nvPicPr>
        <p:blipFill>
          <a:blip r:embed="rId10"/>
          <a:stretch>
            <a:fillRect/>
          </a:stretch>
        </p:blipFill>
        <p:spPr>
          <a:xfrm>
            <a:off x="6857241" y="544075"/>
            <a:ext cx="761388" cy="427946"/>
          </a:xfrm>
          <a:prstGeom prst="rect">
            <a:avLst/>
          </a:prstGeom>
        </p:spPr>
      </p:pic>
      <p:pic>
        <p:nvPicPr>
          <p:cNvPr id="16" name="图片 15">
            <a:extLst>
              <a:ext uri="{FF2B5EF4-FFF2-40B4-BE49-F238E27FC236}">
                <a16:creationId xmlns:a16="http://schemas.microsoft.com/office/drawing/2014/main" id="{89360C3F-776F-0BEE-291F-A1212E33403A}"/>
              </a:ext>
            </a:extLst>
          </p:cNvPr>
          <p:cNvPicPr>
            <a:picLocks noChangeAspect="1"/>
          </p:cNvPicPr>
          <p:nvPr/>
        </p:nvPicPr>
        <p:blipFill>
          <a:blip r:embed="rId11"/>
          <a:stretch>
            <a:fillRect/>
          </a:stretch>
        </p:blipFill>
        <p:spPr>
          <a:xfrm>
            <a:off x="7618779" y="544075"/>
            <a:ext cx="761387" cy="427946"/>
          </a:xfrm>
          <a:prstGeom prst="rect">
            <a:avLst/>
          </a:prstGeom>
        </p:spPr>
      </p:pic>
      <p:pic>
        <p:nvPicPr>
          <p:cNvPr id="17" name="图片 16">
            <a:extLst>
              <a:ext uri="{FF2B5EF4-FFF2-40B4-BE49-F238E27FC236}">
                <a16:creationId xmlns:a16="http://schemas.microsoft.com/office/drawing/2014/main" id="{7B49C5D5-35AD-326A-8E7E-DE0DEE973D2F}"/>
              </a:ext>
            </a:extLst>
          </p:cNvPr>
          <p:cNvPicPr>
            <a:picLocks noChangeAspect="1"/>
          </p:cNvPicPr>
          <p:nvPr/>
        </p:nvPicPr>
        <p:blipFill>
          <a:blip r:embed="rId12"/>
          <a:stretch>
            <a:fillRect/>
          </a:stretch>
        </p:blipFill>
        <p:spPr>
          <a:xfrm>
            <a:off x="8378399" y="544075"/>
            <a:ext cx="761388" cy="427946"/>
          </a:xfrm>
          <a:prstGeom prst="rect">
            <a:avLst/>
          </a:prstGeom>
        </p:spPr>
      </p:pic>
      <p:pic>
        <p:nvPicPr>
          <p:cNvPr id="18" name="图片 17">
            <a:extLst>
              <a:ext uri="{FF2B5EF4-FFF2-40B4-BE49-F238E27FC236}">
                <a16:creationId xmlns:a16="http://schemas.microsoft.com/office/drawing/2014/main" id="{DF5321E3-4451-1813-F1FC-403F3BE2377A}"/>
              </a:ext>
            </a:extLst>
          </p:cNvPr>
          <p:cNvPicPr>
            <a:picLocks noChangeAspect="1"/>
          </p:cNvPicPr>
          <p:nvPr/>
        </p:nvPicPr>
        <p:blipFill>
          <a:blip r:embed="rId13"/>
          <a:stretch>
            <a:fillRect/>
          </a:stretch>
        </p:blipFill>
        <p:spPr>
          <a:xfrm>
            <a:off x="9128175" y="549193"/>
            <a:ext cx="761387" cy="427946"/>
          </a:xfrm>
          <a:prstGeom prst="rect">
            <a:avLst/>
          </a:prstGeom>
        </p:spPr>
      </p:pic>
      <p:pic>
        <p:nvPicPr>
          <p:cNvPr id="19" name="图片 18">
            <a:extLst>
              <a:ext uri="{FF2B5EF4-FFF2-40B4-BE49-F238E27FC236}">
                <a16:creationId xmlns:a16="http://schemas.microsoft.com/office/drawing/2014/main" id="{1708DCA6-BD46-F44C-D3F5-085ED027135E}"/>
              </a:ext>
            </a:extLst>
          </p:cNvPr>
          <p:cNvPicPr>
            <a:picLocks noChangeAspect="1"/>
          </p:cNvPicPr>
          <p:nvPr/>
        </p:nvPicPr>
        <p:blipFill>
          <a:blip r:embed="rId14"/>
          <a:stretch>
            <a:fillRect/>
          </a:stretch>
        </p:blipFill>
        <p:spPr>
          <a:xfrm>
            <a:off x="9888151" y="549193"/>
            <a:ext cx="761388" cy="427946"/>
          </a:xfrm>
          <a:prstGeom prst="rect">
            <a:avLst/>
          </a:prstGeom>
        </p:spPr>
      </p:pic>
      <p:pic>
        <p:nvPicPr>
          <p:cNvPr id="20" name="图片 19">
            <a:extLst>
              <a:ext uri="{FF2B5EF4-FFF2-40B4-BE49-F238E27FC236}">
                <a16:creationId xmlns:a16="http://schemas.microsoft.com/office/drawing/2014/main" id="{BDD97445-1496-7B62-ED41-13D1144F9A12}"/>
              </a:ext>
            </a:extLst>
          </p:cNvPr>
          <p:cNvPicPr>
            <a:picLocks noChangeAspect="1"/>
          </p:cNvPicPr>
          <p:nvPr/>
        </p:nvPicPr>
        <p:blipFill>
          <a:blip r:embed="rId15"/>
          <a:stretch>
            <a:fillRect/>
          </a:stretch>
        </p:blipFill>
        <p:spPr>
          <a:xfrm>
            <a:off x="10624903" y="549193"/>
            <a:ext cx="761387" cy="427946"/>
          </a:xfrm>
          <a:prstGeom prst="rect">
            <a:avLst/>
          </a:prstGeom>
        </p:spPr>
      </p:pic>
      <p:pic>
        <p:nvPicPr>
          <p:cNvPr id="21" name="图片 20">
            <a:extLst>
              <a:ext uri="{FF2B5EF4-FFF2-40B4-BE49-F238E27FC236}">
                <a16:creationId xmlns:a16="http://schemas.microsoft.com/office/drawing/2014/main" id="{0C89DDDD-D8B8-3A2C-ED9A-C442EAFC7CC3}"/>
              </a:ext>
            </a:extLst>
          </p:cNvPr>
          <p:cNvPicPr>
            <a:picLocks noChangeAspect="1"/>
          </p:cNvPicPr>
          <p:nvPr/>
        </p:nvPicPr>
        <p:blipFill>
          <a:blip r:embed="rId16"/>
          <a:stretch>
            <a:fillRect/>
          </a:stretch>
        </p:blipFill>
        <p:spPr>
          <a:xfrm>
            <a:off x="11373263" y="547865"/>
            <a:ext cx="761387" cy="427946"/>
          </a:xfrm>
          <a:prstGeom prst="rect">
            <a:avLst/>
          </a:prstGeom>
        </p:spPr>
      </p:pic>
      <p:sp>
        <p:nvSpPr>
          <p:cNvPr id="22" name="文本框 21">
            <a:extLst>
              <a:ext uri="{FF2B5EF4-FFF2-40B4-BE49-F238E27FC236}">
                <a16:creationId xmlns:a16="http://schemas.microsoft.com/office/drawing/2014/main" id="{B9E86556-A274-811F-45D2-E5FE466F64E7}"/>
              </a:ext>
            </a:extLst>
          </p:cNvPr>
          <p:cNvSpPr txBox="1"/>
          <p:nvPr/>
        </p:nvSpPr>
        <p:spPr>
          <a:xfrm>
            <a:off x="312965" y="918000"/>
            <a:ext cx="341933" cy="276999"/>
          </a:xfrm>
          <a:prstGeom prst="rect">
            <a:avLst/>
          </a:prstGeom>
          <a:noFill/>
        </p:spPr>
        <p:txBody>
          <a:bodyPr wrap="square" rtlCol="0">
            <a:spAutoFit/>
          </a:bodyPr>
          <a:lstStyle/>
          <a:p>
            <a:r>
              <a:rPr lang="en-US" altLang="zh-CN" sz="1200" dirty="0"/>
              <a:t>1</a:t>
            </a:r>
            <a:endParaRPr lang="zh-CN" altLang="en-US" sz="1200" dirty="0"/>
          </a:p>
        </p:txBody>
      </p:sp>
      <p:sp>
        <p:nvSpPr>
          <p:cNvPr id="23" name="文本框 22">
            <a:extLst>
              <a:ext uri="{FF2B5EF4-FFF2-40B4-BE49-F238E27FC236}">
                <a16:creationId xmlns:a16="http://schemas.microsoft.com/office/drawing/2014/main" id="{3A245717-5B43-64C5-0B53-35597EEE3D02}"/>
              </a:ext>
            </a:extLst>
          </p:cNvPr>
          <p:cNvSpPr txBox="1"/>
          <p:nvPr/>
        </p:nvSpPr>
        <p:spPr>
          <a:xfrm>
            <a:off x="1066555" y="918000"/>
            <a:ext cx="341933" cy="276999"/>
          </a:xfrm>
          <a:prstGeom prst="rect">
            <a:avLst/>
          </a:prstGeom>
          <a:noFill/>
        </p:spPr>
        <p:txBody>
          <a:bodyPr wrap="square" rtlCol="0">
            <a:spAutoFit/>
          </a:bodyPr>
          <a:lstStyle/>
          <a:p>
            <a:r>
              <a:rPr lang="en-US" altLang="zh-CN" sz="1200" dirty="0"/>
              <a:t>2</a:t>
            </a:r>
            <a:endParaRPr lang="zh-CN" altLang="en-US" sz="1200" dirty="0"/>
          </a:p>
        </p:txBody>
      </p:sp>
      <p:sp>
        <p:nvSpPr>
          <p:cNvPr id="24" name="文本框 23">
            <a:extLst>
              <a:ext uri="{FF2B5EF4-FFF2-40B4-BE49-F238E27FC236}">
                <a16:creationId xmlns:a16="http://schemas.microsoft.com/office/drawing/2014/main" id="{CF169B22-794D-327C-52C2-5F7C6BCB2193}"/>
              </a:ext>
            </a:extLst>
          </p:cNvPr>
          <p:cNvSpPr txBox="1"/>
          <p:nvPr/>
        </p:nvSpPr>
        <p:spPr>
          <a:xfrm>
            <a:off x="1800092" y="918000"/>
            <a:ext cx="341933" cy="276999"/>
          </a:xfrm>
          <a:prstGeom prst="rect">
            <a:avLst/>
          </a:prstGeom>
          <a:noFill/>
        </p:spPr>
        <p:txBody>
          <a:bodyPr wrap="square" rtlCol="0">
            <a:spAutoFit/>
          </a:bodyPr>
          <a:lstStyle/>
          <a:p>
            <a:r>
              <a:rPr lang="en-US" altLang="zh-CN" sz="1200" dirty="0"/>
              <a:t>3</a:t>
            </a:r>
            <a:endParaRPr lang="zh-CN" altLang="en-US" sz="1200" dirty="0"/>
          </a:p>
        </p:txBody>
      </p:sp>
      <p:sp>
        <p:nvSpPr>
          <p:cNvPr id="25" name="文本框 24">
            <a:extLst>
              <a:ext uri="{FF2B5EF4-FFF2-40B4-BE49-F238E27FC236}">
                <a16:creationId xmlns:a16="http://schemas.microsoft.com/office/drawing/2014/main" id="{AA5DFF97-7BDF-CEDB-447B-0D5423512C18}"/>
              </a:ext>
            </a:extLst>
          </p:cNvPr>
          <p:cNvSpPr txBox="1"/>
          <p:nvPr/>
        </p:nvSpPr>
        <p:spPr>
          <a:xfrm>
            <a:off x="2561511" y="918000"/>
            <a:ext cx="341933" cy="276999"/>
          </a:xfrm>
          <a:prstGeom prst="rect">
            <a:avLst/>
          </a:prstGeom>
          <a:noFill/>
        </p:spPr>
        <p:txBody>
          <a:bodyPr wrap="square" rtlCol="0">
            <a:spAutoFit/>
          </a:bodyPr>
          <a:lstStyle/>
          <a:p>
            <a:r>
              <a:rPr lang="en-US" altLang="zh-CN" sz="1200" dirty="0"/>
              <a:t>4</a:t>
            </a:r>
            <a:endParaRPr lang="zh-CN" altLang="en-US" sz="1200" dirty="0"/>
          </a:p>
        </p:txBody>
      </p:sp>
      <p:sp>
        <p:nvSpPr>
          <p:cNvPr id="26" name="文本框 25">
            <a:extLst>
              <a:ext uri="{FF2B5EF4-FFF2-40B4-BE49-F238E27FC236}">
                <a16:creationId xmlns:a16="http://schemas.microsoft.com/office/drawing/2014/main" id="{92B32053-97DD-86B8-AD66-B1AF5F636786}"/>
              </a:ext>
            </a:extLst>
          </p:cNvPr>
          <p:cNvSpPr txBox="1"/>
          <p:nvPr/>
        </p:nvSpPr>
        <p:spPr>
          <a:xfrm>
            <a:off x="3293506" y="918000"/>
            <a:ext cx="341933" cy="276999"/>
          </a:xfrm>
          <a:prstGeom prst="rect">
            <a:avLst/>
          </a:prstGeom>
          <a:noFill/>
        </p:spPr>
        <p:txBody>
          <a:bodyPr wrap="square" rtlCol="0">
            <a:spAutoFit/>
          </a:bodyPr>
          <a:lstStyle/>
          <a:p>
            <a:r>
              <a:rPr lang="en-US" altLang="zh-CN" sz="1200" dirty="0"/>
              <a:t>5</a:t>
            </a:r>
            <a:endParaRPr lang="zh-CN" altLang="en-US" sz="1200" dirty="0"/>
          </a:p>
        </p:txBody>
      </p:sp>
      <p:sp>
        <p:nvSpPr>
          <p:cNvPr id="27" name="文本框 26">
            <a:extLst>
              <a:ext uri="{FF2B5EF4-FFF2-40B4-BE49-F238E27FC236}">
                <a16:creationId xmlns:a16="http://schemas.microsoft.com/office/drawing/2014/main" id="{84D7551F-75AA-5009-B402-29C83CDB08D9}"/>
              </a:ext>
            </a:extLst>
          </p:cNvPr>
          <p:cNvSpPr txBox="1"/>
          <p:nvPr/>
        </p:nvSpPr>
        <p:spPr>
          <a:xfrm>
            <a:off x="4040434" y="918000"/>
            <a:ext cx="341933" cy="276999"/>
          </a:xfrm>
          <a:prstGeom prst="rect">
            <a:avLst/>
          </a:prstGeom>
          <a:noFill/>
        </p:spPr>
        <p:txBody>
          <a:bodyPr wrap="square" rtlCol="0">
            <a:spAutoFit/>
          </a:bodyPr>
          <a:lstStyle/>
          <a:p>
            <a:r>
              <a:rPr lang="en-US" altLang="zh-CN" sz="1200" dirty="0"/>
              <a:t>6</a:t>
            </a:r>
            <a:endParaRPr lang="zh-CN" altLang="en-US" sz="1200" dirty="0"/>
          </a:p>
        </p:txBody>
      </p:sp>
      <p:sp>
        <p:nvSpPr>
          <p:cNvPr id="28" name="文本框 27">
            <a:extLst>
              <a:ext uri="{FF2B5EF4-FFF2-40B4-BE49-F238E27FC236}">
                <a16:creationId xmlns:a16="http://schemas.microsoft.com/office/drawing/2014/main" id="{94C05F43-4421-39D4-172D-828566B8107E}"/>
              </a:ext>
            </a:extLst>
          </p:cNvPr>
          <p:cNvSpPr txBox="1"/>
          <p:nvPr/>
        </p:nvSpPr>
        <p:spPr>
          <a:xfrm>
            <a:off x="4802016" y="918000"/>
            <a:ext cx="341933" cy="276999"/>
          </a:xfrm>
          <a:prstGeom prst="rect">
            <a:avLst/>
          </a:prstGeom>
          <a:noFill/>
        </p:spPr>
        <p:txBody>
          <a:bodyPr wrap="square" rtlCol="0">
            <a:spAutoFit/>
          </a:bodyPr>
          <a:lstStyle/>
          <a:p>
            <a:r>
              <a:rPr lang="en-US" altLang="zh-CN" sz="1200" dirty="0"/>
              <a:t>7</a:t>
            </a:r>
            <a:endParaRPr lang="zh-CN" altLang="en-US" sz="1200" dirty="0"/>
          </a:p>
        </p:txBody>
      </p:sp>
      <p:sp>
        <p:nvSpPr>
          <p:cNvPr id="29" name="文本框 28">
            <a:extLst>
              <a:ext uri="{FF2B5EF4-FFF2-40B4-BE49-F238E27FC236}">
                <a16:creationId xmlns:a16="http://schemas.microsoft.com/office/drawing/2014/main" id="{6723AC45-6433-1609-3B1C-F47A3B1D73B8}"/>
              </a:ext>
            </a:extLst>
          </p:cNvPr>
          <p:cNvSpPr txBox="1"/>
          <p:nvPr/>
        </p:nvSpPr>
        <p:spPr>
          <a:xfrm>
            <a:off x="5548226" y="918000"/>
            <a:ext cx="341933" cy="276999"/>
          </a:xfrm>
          <a:prstGeom prst="rect">
            <a:avLst/>
          </a:prstGeom>
          <a:noFill/>
        </p:spPr>
        <p:txBody>
          <a:bodyPr wrap="square" rtlCol="0">
            <a:spAutoFit/>
          </a:bodyPr>
          <a:lstStyle/>
          <a:p>
            <a:r>
              <a:rPr lang="en-US" altLang="zh-CN" sz="1200" dirty="0"/>
              <a:t>8</a:t>
            </a:r>
            <a:endParaRPr lang="zh-CN" altLang="en-US" sz="1200" dirty="0"/>
          </a:p>
        </p:txBody>
      </p:sp>
      <p:sp>
        <p:nvSpPr>
          <p:cNvPr id="30" name="文本框 29">
            <a:extLst>
              <a:ext uri="{FF2B5EF4-FFF2-40B4-BE49-F238E27FC236}">
                <a16:creationId xmlns:a16="http://schemas.microsoft.com/office/drawing/2014/main" id="{06B7A251-BB4A-DB4F-D2DC-CFD3D2992D46}"/>
              </a:ext>
            </a:extLst>
          </p:cNvPr>
          <p:cNvSpPr txBox="1"/>
          <p:nvPr/>
        </p:nvSpPr>
        <p:spPr>
          <a:xfrm>
            <a:off x="6290692" y="918000"/>
            <a:ext cx="341933" cy="276999"/>
          </a:xfrm>
          <a:prstGeom prst="rect">
            <a:avLst/>
          </a:prstGeom>
          <a:noFill/>
        </p:spPr>
        <p:txBody>
          <a:bodyPr wrap="square" rtlCol="0">
            <a:spAutoFit/>
          </a:bodyPr>
          <a:lstStyle/>
          <a:p>
            <a:r>
              <a:rPr lang="en-US" altLang="zh-CN" sz="1200" dirty="0"/>
              <a:t>9</a:t>
            </a:r>
            <a:endParaRPr lang="zh-CN" altLang="en-US" sz="1200" dirty="0"/>
          </a:p>
        </p:txBody>
      </p:sp>
      <p:sp>
        <p:nvSpPr>
          <p:cNvPr id="31" name="文本框 30">
            <a:extLst>
              <a:ext uri="{FF2B5EF4-FFF2-40B4-BE49-F238E27FC236}">
                <a16:creationId xmlns:a16="http://schemas.microsoft.com/office/drawing/2014/main" id="{E83A478A-6BFE-457F-6866-AF21088BFF41}"/>
              </a:ext>
            </a:extLst>
          </p:cNvPr>
          <p:cNvSpPr txBox="1"/>
          <p:nvPr/>
        </p:nvSpPr>
        <p:spPr>
          <a:xfrm>
            <a:off x="7027859" y="918000"/>
            <a:ext cx="439076" cy="276999"/>
          </a:xfrm>
          <a:prstGeom prst="rect">
            <a:avLst/>
          </a:prstGeom>
          <a:noFill/>
        </p:spPr>
        <p:txBody>
          <a:bodyPr wrap="square" rtlCol="0">
            <a:spAutoFit/>
          </a:bodyPr>
          <a:lstStyle/>
          <a:p>
            <a:r>
              <a:rPr lang="en-US" altLang="zh-CN" sz="1200" dirty="0"/>
              <a:t>10</a:t>
            </a:r>
            <a:endParaRPr lang="zh-CN" altLang="en-US" sz="1200" dirty="0"/>
          </a:p>
        </p:txBody>
      </p:sp>
      <p:sp>
        <p:nvSpPr>
          <p:cNvPr id="32" name="文本框 31">
            <a:extLst>
              <a:ext uri="{FF2B5EF4-FFF2-40B4-BE49-F238E27FC236}">
                <a16:creationId xmlns:a16="http://schemas.microsoft.com/office/drawing/2014/main" id="{2CEB5D3F-E7D2-9F81-EF78-59C305750A21}"/>
              </a:ext>
            </a:extLst>
          </p:cNvPr>
          <p:cNvSpPr txBox="1"/>
          <p:nvPr/>
        </p:nvSpPr>
        <p:spPr>
          <a:xfrm>
            <a:off x="7787711" y="918000"/>
            <a:ext cx="411611" cy="276999"/>
          </a:xfrm>
          <a:prstGeom prst="rect">
            <a:avLst/>
          </a:prstGeom>
          <a:noFill/>
        </p:spPr>
        <p:txBody>
          <a:bodyPr wrap="square" rtlCol="0">
            <a:spAutoFit/>
          </a:bodyPr>
          <a:lstStyle/>
          <a:p>
            <a:r>
              <a:rPr lang="en-US" altLang="zh-CN" sz="1200" dirty="0"/>
              <a:t>11</a:t>
            </a:r>
            <a:endParaRPr lang="zh-CN" altLang="en-US" sz="1200" dirty="0"/>
          </a:p>
        </p:txBody>
      </p:sp>
      <p:sp>
        <p:nvSpPr>
          <p:cNvPr id="33" name="文本框 32">
            <a:extLst>
              <a:ext uri="{FF2B5EF4-FFF2-40B4-BE49-F238E27FC236}">
                <a16:creationId xmlns:a16="http://schemas.microsoft.com/office/drawing/2014/main" id="{A7429271-43B7-0EAC-86FF-30744CBD6358}"/>
              </a:ext>
            </a:extLst>
          </p:cNvPr>
          <p:cNvSpPr txBox="1"/>
          <p:nvPr/>
        </p:nvSpPr>
        <p:spPr>
          <a:xfrm>
            <a:off x="8522487" y="918000"/>
            <a:ext cx="503230" cy="276999"/>
          </a:xfrm>
          <a:prstGeom prst="rect">
            <a:avLst/>
          </a:prstGeom>
          <a:noFill/>
        </p:spPr>
        <p:txBody>
          <a:bodyPr wrap="square" rtlCol="0">
            <a:spAutoFit/>
          </a:bodyPr>
          <a:lstStyle/>
          <a:p>
            <a:r>
              <a:rPr lang="en-US" altLang="zh-CN" sz="1200" dirty="0"/>
              <a:t>12</a:t>
            </a:r>
            <a:endParaRPr lang="zh-CN" altLang="en-US" sz="1200" dirty="0"/>
          </a:p>
        </p:txBody>
      </p:sp>
      <p:sp>
        <p:nvSpPr>
          <p:cNvPr id="34" name="文本框 33">
            <a:extLst>
              <a:ext uri="{FF2B5EF4-FFF2-40B4-BE49-F238E27FC236}">
                <a16:creationId xmlns:a16="http://schemas.microsoft.com/office/drawing/2014/main" id="{35E9F1A8-7C6F-454E-F92C-B954FF8D1987}"/>
              </a:ext>
            </a:extLst>
          </p:cNvPr>
          <p:cNvSpPr txBox="1"/>
          <p:nvPr/>
        </p:nvSpPr>
        <p:spPr>
          <a:xfrm>
            <a:off x="9336304" y="918115"/>
            <a:ext cx="478802" cy="276999"/>
          </a:xfrm>
          <a:prstGeom prst="rect">
            <a:avLst/>
          </a:prstGeom>
          <a:noFill/>
        </p:spPr>
        <p:txBody>
          <a:bodyPr wrap="square" rtlCol="0">
            <a:spAutoFit/>
          </a:bodyPr>
          <a:lstStyle/>
          <a:p>
            <a:r>
              <a:rPr lang="en-US" altLang="zh-CN" sz="1200" dirty="0"/>
              <a:t>13</a:t>
            </a:r>
            <a:endParaRPr lang="zh-CN" altLang="en-US" sz="1200" dirty="0"/>
          </a:p>
        </p:txBody>
      </p:sp>
      <p:sp>
        <p:nvSpPr>
          <p:cNvPr id="35" name="文本框 34">
            <a:extLst>
              <a:ext uri="{FF2B5EF4-FFF2-40B4-BE49-F238E27FC236}">
                <a16:creationId xmlns:a16="http://schemas.microsoft.com/office/drawing/2014/main" id="{BF5402C3-9A3F-1D45-2B7A-C75B9FA2B169}"/>
              </a:ext>
            </a:extLst>
          </p:cNvPr>
          <p:cNvSpPr txBox="1"/>
          <p:nvPr/>
        </p:nvSpPr>
        <p:spPr>
          <a:xfrm>
            <a:off x="10100324" y="918000"/>
            <a:ext cx="478802" cy="276999"/>
          </a:xfrm>
          <a:prstGeom prst="rect">
            <a:avLst/>
          </a:prstGeom>
          <a:noFill/>
        </p:spPr>
        <p:txBody>
          <a:bodyPr wrap="square" rtlCol="0">
            <a:spAutoFit/>
          </a:bodyPr>
          <a:lstStyle/>
          <a:p>
            <a:r>
              <a:rPr lang="en-US" altLang="zh-CN" sz="1200" dirty="0"/>
              <a:t>14</a:t>
            </a:r>
            <a:endParaRPr lang="zh-CN" altLang="en-US" sz="1200" dirty="0"/>
          </a:p>
        </p:txBody>
      </p:sp>
      <p:sp>
        <p:nvSpPr>
          <p:cNvPr id="36" name="文本框 35">
            <a:extLst>
              <a:ext uri="{FF2B5EF4-FFF2-40B4-BE49-F238E27FC236}">
                <a16:creationId xmlns:a16="http://schemas.microsoft.com/office/drawing/2014/main" id="{291D29B9-16B4-7AF5-93CB-ADF18FFAFDD1}"/>
              </a:ext>
            </a:extLst>
          </p:cNvPr>
          <p:cNvSpPr txBox="1"/>
          <p:nvPr/>
        </p:nvSpPr>
        <p:spPr>
          <a:xfrm>
            <a:off x="10853615" y="918000"/>
            <a:ext cx="464290" cy="276999"/>
          </a:xfrm>
          <a:prstGeom prst="rect">
            <a:avLst/>
          </a:prstGeom>
          <a:noFill/>
        </p:spPr>
        <p:txBody>
          <a:bodyPr wrap="square" rtlCol="0">
            <a:spAutoFit/>
          </a:bodyPr>
          <a:lstStyle/>
          <a:p>
            <a:r>
              <a:rPr lang="en-US" altLang="zh-CN" sz="1200" dirty="0"/>
              <a:t>15</a:t>
            </a:r>
            <a:endParaRPr lang="zh-CN" altLang="en-US" sz="1200" dirty="0"/>
          </a:p>
        </p:txBody>
      </p:sp>
      <p:sp>
        <p:nvSpPr>
          <p:cNvPr id="37" name="文本框 36">
            <a:extLst>
              <a:ext uri="{FF2B5EF4-FFF2-40B4-BE49-F238E27FC236}">
                <a16:creationId xmlns:a16="http://schemas.microsoft.com/office/drawing/2014/main" id="{6061AE1E-3E80-5FD7-D178-48CC6F86F73A}"/>
              </a:ext>
            </a:extLst>
          </p:cNvPr>
          <p:cNvSpPr txBox="1"/>
          <p:nvPr/>
        </p:nvSpPr>
        <p:spPr>
          <a:xfrm>
            <a:off x="11558861" y="918115"/>
            <a:ext cx="450550" cy="276999"/>
          </a:xfrm>
          <a:prstGeom prst="rect">
            <a:avLst/>
          </a:prstGeom>
          <a:noFill/>
        </p:spPr>
        <p:txBody>
          <a:bodyPr wrap="square" rtlCol="0">
            <a:spAutoFit/>
          </a:bodyPr>
          <a:lstStyle/>
          <a:p>
            <a:r>
              <a:rPr lang="en-US" altLang="zh-CN" sz="1200" dirty="0"/>
              <a:t>16</a:t>
            </a:r>
            <a:endParaRPr lang="zh-CN" altLang="en-US" sz="1200" dirty="0"/>
          </a:p>
        </p:txBody>
      </p:sp>
      <p:pic>
        <p:nvPicPr>
          <p:cNvPr id="198" name="图形 197" descr="头上的大脑 轮廓">
            <a:extLst>
              <a:ext uri="{FF2B5EF4-FFF2-40B4-BE49-F238E27FC236}">
                <a16:creationId xmlns:a16="http://schemas.microsoft.com/office/drawing/2014/main" id="{78757B2F-0F25-8507-9849-6A9ED969F3F0}"/>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6427" y="1321323"/>
            <a:ext cx="1018744" cy="1018744"/>
          </a:xfrm>
          <a:prstGeom prst="rect">
            <a:avLst/>
          </a:prstGeom>
        </p:spPr>
      </p:pic>
      <p:sp>
        <p:nvSpPr>
          <p:cNvPr id="199" name="对话气泡: 圆角矩形 198">
            <a:extLst>
              <a:ext uri="{FF2B5EF4-FFF2-40B4-BE49-F238E27FC236}">
                <a16:creationId xmlns:a16="http://schemas.microsoft.com/office/drawing/2014/main" id="{9245C55E-88B9-6FA4-BCA0-68BB92F5EAD9}"/>
              </a:ext>
            </a:extLst>
          </p:cNvPr>
          <p:cNvSpPr/>
          <p:nvPr/>
        </p:nvSpPr>
        <p:spPr>
          <a:xfrm>
            <a:off x="1333500" y="1321323"/>
            <a:ext cx="10800686" cy="3339578"/>
          </a:xfrm>
          <a:prstGeom prst="wedgeRoundRectCallout">
            <a:avLst>
              <a:gd name="adj1" fmla="val -55222"/>
              <a:gd name="adj2" fmla="val -31244"/>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zh-CN" sz="2000" b="1" dirty="0">
                <a:solidFill>
                  <a:schemeClr val="tx1"/>
                </a:solidFill>
              </a:rPr>
              <a:t>Response4</a:t>
            </a:r>
            <a:r>
              <a:rPr lang="zh-CN" altLang="en-US" sz="2000" b="1" dirty="0">
                <a:solidFill>
                  <a:schemeClr val="tx1"/>
                </a:solidFill>
              </a:rPr>
              <a:t>：</a:t>
            </a:r>
            <a:r>
              <a:rPr lang="en-US" altLang="zh-CN" sz="2000" b="1" dirty="0">
                <a:solidFill>
                  <a:schemeClr val="tx1"/>
                </a:solidFill>
              </a:rPr>
              <a:t>Label:</a:t>
            </a:r>
            <a:r>
              <a:rPr lang="zh-CN" altLang="en-US" sz="2000" b="1" dirty="0">
                <a:solidFill>
                  <a:schemeClr val="tx1"/>
                </a:solidFill>
              </a:rPr>
              <a:t> </a:t>
            </a:r>
            <a:r>
              <a:rPr lang="en-US" altLang="zh-CN" sz="2000" b="1" dirty="0">
                <a:solidFill>
                  <a:schemeClr val="tx1"/>
                </a:solidFill>
              </a:rPr>
              <a:t>1</a:t>
            </a:r>
            <a:r>
              <a:rPr lang="zh-CN" altLang="en-US" sz="2000" b="1" dirty="0">
                <a:solidFill>
                  <a:schemeClr val="tx1"/>
                </a:solidFill>
              </a:rPr>
              <a:t>；</a:t>
            </a:r>
            <a:r>
              <a:rPr lang="en-US" altLang="zh-CN" sz="2000" b="1" dirty="0">
                <a:solidFill>
                  <a:schemeClr val="tx1"/>
                </a:solidFill>
              </a:rPr>
              <a:t>Confidence: 0.95; </a:t>
            </a:r>
          </a:p>
          <a:p>
            <a:pPr algn="just"/>
            <a:endParaRPr lang="en-US" altLang="zh-CN" sz="2000" b="1" dirty="0">
              <a:solidFill>
                <a:schemeClr val="tx1"/>
              </a:solidFill>
            </a:endParaRPr>
          </a:p>
          <a:p>
            <a:pPr algn="just"/>
            <a:r>
              <a:rPr lang="en-US" altLang="zh-CN" sz="2000" b="1" dirty="0">
                <a:solidFill>
                  <a:schemeClr val="tx1"/>
                </a:solidFill>
              </a:rPr>
              <a:t>Factors: Use of derogatory racial slurs such as 'Coon' and 'Coon Shaming', which are historically offensive and demeaning.", "Implied racial hierarchy where acceptance and well-being are dependent on approval from white people, supporting white supremacy”. </a:t>
            </a:r>
          </a:p>
          <a:p>
            <a:pPr algn="just"/>
            <a:endParaRPr lang="en-US" altLang="zh-CN" sz="2000" b="1" dirty="0">
              <a:solidFill>
                <a:schemeClr val="tx1"/>
              </a:solidFill>
            </a:endParaRPr>
          </a:p>
          <a:p>
            <a:pPr algn="just"/>
            <a:r>
              <a:rPr lang="en-US" altLang="zh-CN" sz="2000" b="1" dirty="0">
                <a:solidFill>
                  <a:schemeClr val="tx1"/>
                </a:solidFill>
              </a:rPr>
              <a:t>Reasoning: The explicit use of racial slurs and the promotion of discriminatory attitudes towards Black individuals outweigh any potential satirical intent. These elements directly contribute to racial harm and perpetuate stereotypes, making the content hateful in nature; </a:t>
            </a:r>
          </a:p>
        </p:txBody>
      </p:sp>
      <p:pic>
        <p:nvPicPr>
          <p:cNvPr id="200" name="Picture 15" descr="GitHub - QwenLM/Qwen: The official repo of Qwen (通义千问) chat ...">
            <a:extLst>
              <a:ext uri="{FF2B5EF4-FFF2-40B4-BE49-F238E27FC236}">
                <a16:creationId xmlns:a16="http://schemas.microsoft.com/office/drawing/2014/main" id="{2AA39719-A132-AE6A-9CAB-EBA72132DD80}"/>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2251" y="2448872"/>
            <a:ext cx="1074817" cy="323424"/>
          </a:xfrm>
          <a:prstGeom prst="rect">
            <a:avLst/>
          </a:prstGeom>
          <a:noFill/>
          <a:extLst>
            <a:ext uri="{909E8E84-426E-40DD-AFC4-6F175D3DCCD1}">
              <a14:hiddenFill xmlns:a14="http://schemas.microsoft.com/office/drawing/2010/main">
                <a:solidFill>
                  <a:srgbClr val="FFFFFF"/>
                </a:solidFill>
              </a14:hiddenFill>
            </a:ext>
          </a:extLst>
        </p:spPr>
      </p:pic>
      <p:cxnSp>
        <p:nvCxnSpPr>
          <p:cNvPr id="202" name="直接箭头连接符 201">
            <a:extLst>
              <a:ext uri="{FF2B5EF4-FFF2-40B4-BE49-F238E27FC236}">
                <a16:creationId xmlns:a16="http://schemas.microsoft.com/office/drawing/2014/main" id="{822A970F-317A-B6B1-91D9-73ED419001EC}"/>
              </a:ext>
            </a:extLst>
          </p:cNvPr>
          <p:cNvCxnSpPr>
            <a:cxnSpLocks/>
          </p:cNvCxnSpPr>
          <p:nvPr/>
        </p:nvCxnSpPr>
        <p:spPr>
          <a:xfrm flipV="1">
            <a:off x="6388100" y="1194999"/>
            <a:ext cx="2948204" cy="925901"/>
          </a:xfrm>
          <a:prstGeom prst="straightConnector1">
            <a:avLst/>
          </a:prstGeom>
          <a:ln w="31750">
            <a:solidFill>
              <a:srgbClr val="FF0000"/>
            </a:solidFill>
            <a:tailEnd type="triangle"/>
          </a:ln>
        </p:spPr>
        <p:style>
          <a:lnRef idx="2">
            <a:schemeClr val="accent2"/>
          </a:lnRef>
          <a:fillRef idx="0">
            <a:schemeClr val="accent2"/>
          </a:fillRef>
          <a:effectRef idx="1">
            <a:schemeClr val="accent2"/>
          </a:effectRef>
          <a:fontRef idx="minor">
            <a:schemeClr val="tx1"/>
          </a:fontRef>
        </p:style>
      </p:cxnSp>
      <p:cxnSp>
        <p:nvCxnSpPr>
          <p:cNvPr id="208" name="直接箭头连接符 207">
            <a:extLst>
              <a:ext uri="{FF2B5EF4-FFF2-40B4-BE49-F238E27FC236}">
                <a16:creationId xmlns:a16="http://schemas.microsoft.com/office/drawing/2014/main" id="{95B32B9C-5357-D9D0-9CBF-11AF07226295}"/>
              </a:ext>
            </a:extLst>
          </p:cNvPr>
          <p:cNvCxnSpPr>
            <a:cxnSpLocks/>
          </p:cNvCxnSpPr>
          <p:nvPr/>
        </p:nvCxnSpPr>
        <p:spPr>
          <a:xfrm flipH="1" flipV="1">
            <a:off x="7618629" y="1219870"/>
            <a:ext cx="464290" cy="1508123"/>
          </a:xfrm>
          <a:prstGeom prst="straightConnector1">
            <a:avLst/>
          </a:prstGeom>
          <a:ln w="317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844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1D628FE6-1546-A601-C270-212D79CF3DBA}"/>
              </a:ext>
            </a:extLst>
          </p:cNvPr>
          <p:cNvSpPr/>
          <p:nvPr/>
        </p:nvSpPr>
        <p:spPr>
          <a:xfrm>
            <a:off x="59810" y="161035"/>
            <a:ext cx="3539424" cy="2160000"/>
          </a:xfrm>
          <a:prstGeom prst="roundRect">
            <a:avLst/>
          </a:prstGeom>
          <a:solidFill>
            <a:srgbClr val="FBF3A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Arial" panose="020B0604020202020204" pitchFamily="34" charset="0"/>
              </a:rPr>
              <a:t>Stage 1: </a:t>
            </a:r>
            <a:r>
              <a:rPr kumimoji="0" lang="zh-CN" altLang="zh-CN" sz="1400" b="1" i="0" u="none" strike="noStrike" cap="none" normalizeH="0" baseline="0" dirty="0">
                <a:ln>
                  <a:noFill/>
                </a:ln>
                <a:solidFill>
                  <a:schemeClr val="tx1"/>
                </a:solidFill>
                <a:effectLst/>
                <a:latin typeface="Arial" panose="020B0604020202020204" pitchFamily="34" charset="0"/>
              </a:rPr>
              <a:t>Objective Description</a:t>
            </a:r>
            <a:endParaRPr kumimoji="0" lang="en-US" altLang="zh-CN"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zh-CN" sz="1400" b="0" i="0" u="none" strike="noStrike" cap="none" normalizeH="0" baseline="0" dirty="0">
                <a:ln>
                  <a:noFill/>
                </a:ln>
                <a:solidFill>
                  <a:schemeClr val="accent4"/>
                </a:solidFill>
                <a:effectLst/>
                <a:latin typeface="Arial" panose="020B0604020202020204" pitchFamily="34" charset="0"/>
              </a:rPr>
              <a:t>F</a:t>
            </a:r>
            <a:r>
              <a:rPr kumimoji="0" lang="zh-CN" altLang="zh-CN" sz="1400" b="0" i="0" u="none" strike="noStrike" cap="none" normalizeH="0" baseline="0" dirty="0">
                <a:ln>
                  <a:noFill/>
                </a:ln>
                <a:solidFill>
                  <a:schemeClr val="accent4"/>
                </a:solidFill>
                <a:effectLst/>
                <a:latin typeface="Arial" panose="020B0604020202020204" pitchFamily="34" charset="0"/>
              </a:rPr>
              <a:t>rames</a:t>
            </a:r>
            <a:r>
              <a:rPr lang="en-US" altLang="zh-CN" sz="1400" dirty="0">
                <a:solidFill>
                  <a:schemeClr val="accent4"/>
                </a:solidFill>
                <a:latin typeface="Arial" panose="020B0604020202020204" pitchFamily="34" charset="0"/>
              </a:rPr>
              <a:t> </a:t>
            </a:r>
            <a:r>
              <a:rPr lang="en-US" altLang="zh-CN" sz="1400" dirty="0">
                <a:solidFill>
                  <a:schemeClr val="tx1"/>
                </a:solidFill>
                <a:latin typeface="Arial" panose="020B0604020202020204" pitchFamily="34" charset="0"/>
              </a:rPr>
              <a:t>+</a:t>
            </a:r>
            <a:r>
              <a:rPr kumimoji="0" lang="zh-CN" altLang="zh-CN" sz="1400" b="0" i="0" u="none" strike="noStrike" cap="none" normalizeH="0" baseline="0" dirty="0">
                <a:ln>
                  <a:noFill/>
                </a:ln>
                <a:solidFill>
                  <a:schemeClr val="tx1"/>
                </a:solidFill>
                <a:effectLst/>
                <a:latin typeface="Arial" panose="020B0604020202020204" pitchFamily="34" charset="0"/>
              </a:rPr>
              <a:t> </a:t>
            </a:r>
            <a:r>
              <a:rPr lang="en-US" altLang="zh-CN" sz="1400" dirty="0">
                <a:solidFill>
                  <a:schemeClr val="accent6"/>
                </a:solidFill>
                <a:latin typeface="Arial" panose="020B0604020202020204" pitchFamily="34" charset="0"/>
              </a:rPr>
              <a:t>T</a:t>
            </a:r>
            <a:r>
              <a:rPr kumimoji="0" lang="zh-CN" altLang="zh-CN" sz="1400" b="0" i="0" u="none" strike="noStrike" cap="none" normalizeH="0" baseline="0" dirty="0">
                <a:ln>
                  <a:noFill/>
                </a:ln>
                <a:solidFill>
                  <a:schemeClr val="accent6"/>
                </a:solidFill>
                <a:effectLst/>
                <a:latin typeface="Arial" panose="020B0604020202020204" pitchFamily="34" charset="0"/>
              </a:rPr>
              <a:t>ranscript</a:t>
            </a:r>
            <a:r>
              <a:rPr lang="en-US" altLang="zh-CN" sz="1400" dirty="0">
                <a:solidFill>
                  <a:schemeClr val="accent6"/>
                </a:solidFill>
                <a:latin typeface="Arial" panose="020B0604020202020204" pitchFamily="34" charset="0"/>
              </a:rPr>
              <a:t> </a:t>
            </a:r>
            <a:r>
              <a:rPr kumimoji="0" lang="en-US" altLang="zh-CN" sz="1400" b="0" i="0" u="none" strike="noStrike" cap="none" normalizeH="0" baseline="0" dirty="0">
                <a:ln>
                  <a:noFill/>
                </a:ln>
                <a:solidFill>
                  <a:schemeClr val="tx1"/>
                </a:solidFill>
                <a:effectLst/>
                <a:latin typeface="Arial" panose="020B0604020202020204" pitchFamily="34" charset="0"/>
              </a:rPr>
              <a:t>: Describe what you observe in the video frames and transcript</a:t>
            </a:r>
            <a:r>
              <a:rPr lang="en-US" altLang="zh-CN" sz="1400" dirty="0">
                <a:solidFill>
                  <a:schemeClr val="tx1"/>
                </a:solidFill>
                <a:latin typeface="Arial" panose="020B0604020202020204" pitchFamily="34" charset="0"/>
              </a:rPr>
              <a:t>. Be comprehensive and detailed; NO analysis, interpretations, or value judgments.</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sp>
        <p:nvSpPr>
          <p:cNvPr id="2" name="矩形: 圆角 1">
            <a:extLst>
              <a:ext uri="{FF2B5EF4-FFF2-40B4-BE49-F238E27FC236}">
                <a16:creationId xmlns:a16="http://schemas.microsoft.com/office/drawing/2014/main" id="{CC236DE2-2776-261A-5444-43722FBB111C}"/>
              </a:ext>
            </a:extLst>
          </p:cNvPr>
          <p:cNvSpPr/>
          <p:nvPr/>
        </p:nvSpPr>
        <p:spPr>
          <a:xfrm>
            <a:off x="8172192" y="153457"/>
            <a:ext cx="3539424" cy="2160000"/>
          </a:xfrm>
          <a:prstGeom prst="roundRect">
            <a:avLst/>
          </a:prstGeom>
          <a:solidFill>
            <a:srgbClr val="FBF3A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Arial" panose="020B0604020202020204" pitchFamily="34" charset="0"/>
              </a:rPr>
              <a:t>Stage 3: Non-Hate Content Hypothesis Inference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accent4"/>
                </a:solidFill>
                <a:effectLst/>
                <a:latin typeface="Arial" panose="020B0604020202020204" pitchFamily="34" charset="0"/>
              </a:rPr>
              <a:t>F</a:t>
            </a:r>
            <a:r>
              <a:rPr kumimoji="0" lang="zh-CN" altLang="zh-CN" sz="1400" b="0" i="0" u="none" strike="noStrike" cap="none" normalizeH="0" baseline="0" dirty="0">
                <a:ln>
                  <a:noFill/>
                </a:ln>
                <a:solidFill>
                  <a:schemeClr val="accent4"/>
                </a:solidFill>
                <a:effectLst/>
                <a:latin typeface="Arial" panose="020B0604020202020204" pitchFamily="34" charset="0"/>
              </a:rPr>
              <a:t>rames </a:t>
            </a:r>
            <a:r>
              <a:rPr lang="en-US" altLang="zh-CN" sz="1400" dirty="0">
                <a:solidFill>
                  <a:schemeClr val="tx1"/>
                </a:solidFill>
                <a:latin typeface="Arial" panose="020B0604020202020204" pitchFamily="34" charset="0"/>
              </a:rPr>
              <a:t>+</a:t>
            </a:r>
            <a:r>
              <a:rPr kumimoji="0" lang="zh-CN" altLang="zh-CN" sz="1400" b="0" i="0" u="none" strike="noStrike" cap="none" normalizeH="0" baseline="0" dirty="0">
                <a:ln>
                  <a:noFill/>
                </a:ln>
                <a:solidFill>
                  <a:schemeClr val="tx1"/>
                </a:solidFill>
                <a:effectLst/>
                <a:latin typeface="Arial" panose="020B0604020202020204" pitchFamily="34" charset="0"/>
              </a:rPr>
              <a:t> </a:t>
            </a:r>
            <a:r>
              <a:rPr lang="en-US" altLang="zh-CN" sz="1400" dirty="0">
                <a:solidFill>
                  <a:schemeClr val="accent6"/>
                </a:solidFill>
                <a:latin typeface="Arial" panose="020B0604020202020204" pitchFamily="34" charset="0"/>
              </a:rPr>
              <a:t>T</a:t>
            </a:r>
            <a:r>
              <a:rPr kumimoji="0" lang="zh-CN" altLang="zh-CN" sz="1400" b="0" i="0" u="none" strike="noStrike" cap="none" normalizeH="0" baseline="0" dirty="0">
                <a:ln>
                  <a:noFill/>
                </a:ln>
                <a:solidFill>
                  <a:schemeClr val="accent6"/>
                </a:solidFill>
                <a:effectLst/>
                <a:latin typeface="Arial" panose="020B0604020202020204" pitchFamily="34" charset="0"/>
              </a:rPr>
              <a:t>ranscript</a:t>
            </a:r>
            <a:r>
              <a:rPr lang="en-US" altLang="zh-CN" sz="1400" dirty="0">
                <a:solidFill>
                  <a:schemeClr val="accent6"/>
                </a:solidFill>
                <a:latin typeface="Arial" panose="020B0604020202020204" pitchFamily="34" charset="0"/>
              </a:rPr>
              <a:t> </a:t>
            </a:r>
            <a:r>
              <a:rPr kumimoji="0" lang="en-US" altLang="zh-CN" sz="1400" b="0" i="0" u="none" strike="noStrike" cap="none" normalizeH="0" baseline="0" dirty="0">
                <a:ln>
                  <a:noFill/>
                </a:ln>
                <a:solidFill>
                  <a:schemeClr val="tx1"/>
                </a:solidFill>
                <a:effectLst/>
                <a:latin typeface="Arial" panose="020B0604020202020204" pitchFamily="34" charset="0"/>
              </a:rPr>
              <a:t>: Analyze the video and transcript content under the ASSUMPTION that it dose NOT contains hateful or offensive content. Identify evidence supporting non-hateful (non-offensive) interpretation: Evidence:…; Reasoning:…</a:t>
            </a:r>
            <a:r>
              <a:rPr lang="en-US" altLang="zh-CN" sz="1400" dirty="0">
                <a:solidFill>
                  <a:schemeClr val="tx1"/>
                </a:solidFill>
                <a:latin typeface="Arial" panose="020B0604020202020204" pitchFamily="34" charset="0"/>
              </a:rPr>
              <a:t>.</a:t>
            </a:r>
            <a:endParaRPr kumimoji="0" lang="en-US" altLang="zh-CN" sz="1400" b="0" i="0" u="none" strike="noStrike" cap="none" normalizeH="0" baseline="0" dirty="0">
              <a:ln>
                <a:noFill/>
              </a:ln>
              <a:solidFill>
                <a:schemeClr val="tx1"/>
              </a:solidFill>
              <a:effectLst/>
              <a:latin typeface="Arial" panose="020B0604020202020204" pitchFamily="34" charset="0"/>
            </a:endParaRPr>
          </a:p>
        </p:txBody>
      </p:sp>
      <p:sp>
        <p:nvSpPr>
          <p:cNvPr id="3" name="矩形: 圆角 2">
            <a:extLst>
              <a:ext uri="{FF2B5EF4-FFF2-40B4-BE49-F238E27FC236}">
                <a16:creationId xmlns:a16="http://schemas.microsoft.com/office/drawing/2014/main" id="{4CF7E493-4027-E784-D959-1511D767CE6E}"/>
              </a:ext>
            </a:extLst>
          </p:cNvPr>
          <p:cNvSpPr/>
          <p:nvPr/>
        </p:nvSpPr>
        <p:spPr>
          <a:xfrm>
            <a:off x="4116001" y="161035"/>
            <a:ext cx="3539424" cy="2160000"/>
          </a:xfrm>
          <a:prstGeom prst="roundRect">
            <a:avLst/>
          </a:prstGeom>
          <a:solidFill>
            <a:srgbClr val="FBF3A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Arial" panose="020B0604020202020204" pitchFamily="34" charset="0"/>
              </a:rPr>
              <a:t>Stage 2: Hate Content Hypothesis Inference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400" b="0" i="0" u="none" strike="noStrike" cap="none" normalizeH="0" baseline="0" dirty="0">
                <a:ln>
                  <a:noFill/>
                </a:ln>
                <a:solidFill>
                  <a:schemeClr val="accent4"/>
                </a:solidFill>
                <a:effectLst/>
                <a:latin typeface="Arial" panose="020B0604020202020204" pitchFamily="34" charset="0"/>
              </a:rPr>
              <a:t>F</a:t>
            </a:r>
            <a:r>
              <a:rPr kumimoji="0" lang="zh-CN" altLang="zh-CN" sz="1400" b="0" i="0" u="none" strike="noStrike" cap="none" normalizeH="0" baseline="0" dirty="0">
                <a:ln>
                  <a:noFill/>
                </a:ln>
                <a:solidFill>
                  <a:schemeClr val="accent4"/>
                </a:solidFill>
                <a:effectLst/>
                <a:latin typeface="Arial" panose="020B0604020202020204" pitchFamily="34" charset="0"/>
              </a:rPr>
              <a:t>rames </a:t>
            </a:r>
            <a:r>
              <a:rPr lang="en-US" altLang="zh-CN" sz="1400" dirty="0">
                <a:solidFill>
                  <a:schemeClr val="tx1"/>
                </a:solidFill>
                <a:latin typeface="Arial" panose="020B0604020202020204" pitchFamily="34" charset="0"/>
              </a:rPr>
              <a:t>+</a:t>
            </a:r>
            <a:r>
              <a:rPr kumimoji="0" lang="zh-CN" altLang="zh-CN" sz="1400" b="0" i="0" u="none" strike="noStrike" cap="none" normalizeH="0" baseline="0" dirty="0">
                <a:ln>
                  <a:noFill/>
                </a:ln>
                <a:solidFill>
                  <a:schemeClr val="tx1"/>
                </a:solidFill>
                <a:effectLst/>
                <a:latin typeface="Arial" panose="020B0604020202020204" pitchFamily="34" charset="0"/>
              </a:rPr>
              <a:t> </a:t>
            </a:r>
            <a:r>
              <a:rPr lang="en-US" altLang="zh-CN" sz="1400" dirty="0">
                <a:solidFill>
                  <a:schemeClr val="accent6"/>
                </a:solidFill>
                <a:latin typeface="Arial" panose="020B0604020202020204" pitchFamily="34" charset="0"/>
              </a:rPr>
              <a:t>T</a:t>
            </a:r>
            <a:r>
              <a:rPr kumimoji="0" lang="zh-CN" altLang="zh-CN" sz="1400" b="0" i="0" u="none" strike="noStrike" cap="none" normalizeH="0" baseline="0" dirty="0">
                <a:ln>
                  <a:noFill/>
                </a:ln>
                <a:solidFill>
                  <a:schemeClr val="accent6"/>
                </a:solidFill>
                <a:effectLst/>
                <a:latin typeface="Arial" panose="020B0604020202020204" pitchFamily="34" charset="0"/>
              </a:rPr>
              <a:t>ranscript</a:t>
            </a:r>
            <a:r>
              <a:rPr lang="en-US" altLang="zh-CN" sz="1400" dirty="0">
                <a:solidFill>
                  <a:schemeClr val="accent6"/>
                </a:solidFill>
                <a:latin typeface="Arial" panose="020B0604020202020204" pitchFamily="34" charset="0"/>
              </a:rPr>
              <a:t> </a:t>
            </a:r>
            <a:r>
              <a:rPr kumimoji="0" lang="en-US" altLang="zh-CN" sz="1400" b="0" i="0" u="none" strike="noStrike" cap="none" normalizeH="0" baseline="0" dirty="0">
                <a:ln>
                  <a:noFill/>
                </a:ln>
                <a:solidFill>
                  <a:schemeClr val="tx1"/>
                </a:solidFill>
                <a:effectLst/>
                <a:latin typeface="Arial" panose="020B0604020202020204" pitchFamily="34" charset="0"/>
              </a:rPr>
              <a:t>: Analyze the video and transcript content under the ASSUMPTION that it contains hateful or offensive content. Identify evidence supporting hateful (offensive) interpretation: Evidence:…; Reasoning:….</a:t>
            </a:r>
          </a:p>
        </p:txBody>
      </p:sp>
    </p:spTree>
    <p:extLst>
      <p:ext uri="{BB962C8B-B14F-4D97-AF65-F5344CB8AC3E}">
        <p14:creationId xmlns:p14="http://schemas.microsoft.com/office/powerpoint/2010/main" val="3937666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E0EA55D0-4DA3-53E0-61E4-F45E43F279D8}"/>
              </a:ext>
            </a:extLst>
          </p:cNvPr>
          <p:cNvSpPr/>
          <p:nvPr/>
        </p:nvSpPr>
        <p:spPr>
          <a:xfrm>
            <a:off x="1034215" y="1212715"/>
            <a:ext cx="6871129" cy="3469532"/>
          </a:xfrm>
          <a:prstGeom prst="roundRect">
            <a:avLst/>
          </a:prstGeom>
          <a:solidFill>
            <a:srgbClr val="FBF3A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300" b="1" i="0" u="none" strike="noStrike" cap="none" normalizeH="0" baseline="0" dirty="0">
                <a:ln>
                  <a:noFill/>
                </a:ln>
                <a:solidFill>
                  <a:schemeClr val="tx1"/>
                </a:solidFill>
                <a:effectLst/>
                <a:latin typeface="Arial" panose="020B0604020202020204" pitchFamily="34" charset="0"/>
              </a:rPr>
              <a:t>Stage 2: Hate Content Hypothesis Inference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300" b="0" i="0" u="none" strike="noStrike" cap="none" normalizeH="0" baseline="0" dirty="0">
                <a:ln>
                  <a:noFill/>
                </a:ln>
                <a:solidFill>
                  <a:schemeClr val="accent4"/>
                </a:solidFill>
                <a:effectLst/>
                <a:latin typeface="Arial" panose="020B0604020202020204" pitchFamily="34" charset="0"/>
              </a:rPr>
              <a:t>F</a:t>
            </a:r>
            <a:r>
              <a:rPr kumimoji="0" lang="zh-CN" altLang="zh-CN" sz="2300" b="0" i="0" u="none" strike="noStrike" cap="none" normalizeH="0" baseline="0" dirty="0">
                <a:ln>
                  <a:noFill/>
                </a:ln>
                <a:solidFill>
                  <a:schemeClr val="accent4"/>
                </a:solidFill>
                <a:effectLst/>
                <a:latin typeface="Arial" panose="020B0604020202020204" pitchFamily="34" charset="0"/>
              </a:rPr>
              <a:t>rames </a:t>
            </a:r>
            <a:r>
              <a:rPr lang="en-US" altLang="zh-CN" sz="2300" dirty="0">
                <a:solidFill>
                  <a:schemeClr val="tx1"/>
                </a:solidFill>
                <a:latin typeface="Arial" panose="020B0604020202020204" pitchFamily="34" charset="0"/>
              </a:rPr>
              <a:t>+</a:t>
            </a:r>
            <a:r>
              <a:rPr kumimoji="0" lang="zh-CN" altLang="zh-CN" sz="2300" b="0" i="0" u="none" strike="noStrike" cap="none" normalizeH="0" baseline="0" dirty="0">
                <a:ln>
                  <a:noFill/>
                </a:ln>
                <a:solidFill>
                  <a:schemeClr val="tx1"/>
                </a:solidFill>
                <a:effectLst/>
                <a:latin typeface="Arial" panose="020B0604020202020204" pitchFamily="34" charset="0"/>
              </a:rPr>
              <a:t> </a:t>
            </a:r>
            <a:r>
              <a:rPr lang="en-US" altLang="zh-CN" sz="2300" dirty="0">
                <a:solidFill>
                  <a:schemeClr val="accent6"/>
                </a:solidFill>
                <a:latin typeface="Arial" panose="020B0604020202020204" pitchFamily="34" charset="0"/>
              </a:rPr>
              <a:t>T</a:t>
            </a:r>
            <a:r>
              <a:rPr kumimoji="0" lang="zh-CN" altLang="zh-CN" sz="2300" b="0" i="0" u="none" strike="noStrike" cap="none" normalizeH="0" baseline="0" dirty="0">
                <a:ln>
                  <a:noFill/>
                </a:ln>
                <a:solidFill>
                  <a:schemeClr val="accent6"/>
                </a:solidFill>
                <a:effectLst/>
                <a:latin typeface="Arial" panose="020B0604020202020204" pitchFamily="34" charset="0"/>
              </a:rPr>
              <a:t>ranscript</a:t>
            </a:r>
            <a:r>
              <a:rPr lang="en-US" altLang="zh-CN" sz="2300" dirty="0">
                <a:solidFill>
                  <a:schemeClr val="accent6"/>
                </a:solidFill>
                <a:latin typeface="Arial" panose="020B0604020202020204" pitchFamily="34" charset="0"/>
              </a:rPr>
              <a:t> </a:t>
            </a:r>
            <a:r>
              <a:rPr kumimoji="0" lang="en-US" altLang="zh-CN" sz="2300" b="0" i="0" u="none" strike="noStrike" cap="none" normalizeH="0" baseline="0" dirty="0">
                <a:ln>
                  <a:noFill/>
                </a:ln>
                <a:solidFill>
                  <a:schemeClr val="tx1"/>
                </a:solidFill>
                <a:effectLst/>
                <a:latin typeface="Arial" panose="020B0604020202020204" pitchFamily="34" charset="0"/>
              </a:rPr>
              <a:t>: Analyze the video and transcript content under the ASSUMPTION that it contains hateful or offensive content. Identify evidence supporting hateful (offensive) interpretation: Evidence:…; Reasoning:….</a:t>
            </a:r>
          </a:p>
        </p:txBody>
      </p:sp>
    </p:spTree>
    <p:extLst>
      <p:ext uri="{BB962C8B-B14F-4D97-AF65-F5344CB8AC3E}">
        <p14:creationId xmlns:p14="http://schemas.microsoft.com/office/powerpoint/2010/main" val="2698846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2FBB4D6F-F588-3EE6-838A-093ECFF8124F}"/>
              </a:ext>
            </a:extLst>
          </p:cNvPr>
          <p:cNvSpPr/>
          <p:nvPr/>
        </p:nvSpPr>
        <p:spPr>
          <a:xfrm>
            <a:off x="2262995" y="1654359"/>
            <a:ext cx="7666009" cy="3549281"/>
          </a:xfrm>
          <a:prstGeom prst="roundRect">
            <a:avLst/>
          </a:prstGeom>
          <a:solidFill>
            <a:srgbClr val="FBF3A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Arial" panose="020B0604020202020204" pitchFamily="34" charset="0"/>
              </a:rPr>
              <a:t>Stage 3: Non-Hate Content Hypothesis Inference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dirty="0">
                <a:ln>
                  <a:noFill/>
                </a:ln>
                <a:solidFill>
                  <a:schemeClr val="accent4"/>
                </a:solidFill>
                <a:effectLst/>
                <a:latin typeface="Arial" panose="020B0604020202020204" pitchFamily="34" charset="0"/>
              </a:rPr>
              <a:t>F</a:t>
            </a:r>
            <a:r>
              <a:rPr kumimoji="0" lang="zh-CN" altLang="zh-CN" sz="2400" b="0" i="0" u="none" strike="noStrike" cap="none" normalizeH="0" baseline="0" dirty="0">
                <a:ln>
                  <a:noFill/>
                </a:ln>
                <a:solidFill>
                  <a:schemeClr val="accent4"/>
                </a:solidFill>
                <a:effectLst/>
                <a:latin typeface="Arial" panose="020B0604020202020204" pitchFamily="34" charset="0"/>
              </a:rPr>
              <a:t>rames </a:t>
            </a:r>
            <a:r>
              <a:rPr lang="en-US" altLang="zh-CN" sz="2400" dirty="0">
                <a:solidFill>
                  <a:schemeClr val="tx1"/>
                </a:solidFill>
                <a:latin typeface="Arial" panose="020B0604020202020204" pitchFamily="34" charset="0"/>
              </a:rPr>
              <a:t>+</a:t>
            </a:r>
            <a:r>
              <a:rPr kumimoji="0" lang="zh-CN" altLang="zh-CN" sz="2400" b="0" i="0" u="none" strike="noStrike" cap="none" normalizeH="0" baseline="0" dirty="0">
                <a:ln>
                  <a:noFill/>
                </a:ln>
                <a:solidFill>
                  <a:schemeClr val="tx1"/>
                </a:solidFill>
                <a:effectLst/>
                <a:latin typeface="Arial" panose="020B0604020202020204" pitchFamily="34" charset="0"/>
              </a:rPr>
              <a:t> </a:t>
            </a:r>
            <a:r>
              <a:rPr lang="en-US" altLang="zh-CN" sz="2400" dirty="0">
                <a:solidFill>
                  <a:schemeClr val="accent6"/>
                </a:solidFill>
                <a:latin typeface="Arial" panose="020B0604020202020204" pitchFamily="34" charset="0"/>
              </a:rPr>
              <a:t>T</a:t>
            </a:r>
            <a:r>
              <a:rPr kumimoji="0" lang="zh-CN" altLang="zh-CN" sz="2400" b="0" i="0" u="none" strike="noStrike" cap="none" normalizeH="0" baseline="0" dirty="0">
                <a:ln>
                  <a:noFill/>
                </a:ln>
                <a:solidFill>
                  <a:schemeClr val="accent6"/>
                </a:solidFill>
                <a:effectLst/>
                <a:latin typeface="Arial" panose="020B0604020202020204" pitchFamily="34" charset="0"/>
              </a:rPr>
              <a:t>ranscript</a:t>
            </a:r>
            <a:r>
              <a:rPr lang="en-US" altLang="zh-CN" sz="2400" dirty="0">
                <a:solidFill>
                  <a:schemeClr val="accent6"/>
                </a:solidFill>
                <a:latin typeface="Arial" panose="020B0604020202020204" pitchFamily="34" charset="0"/>
              </a:rPr>
              <a:t> </a:t>
            </a:r>
            <a:r>
              <a:rPr kumimoji="0" lang="en-US" altLang="zh-CN" sz="2400" b="0" i="0" u="none" strike="noStrike" cap="none" normalizeH="0" baseline="0" dirty="0">
                <a:ln>
                  <a:noFill/>
                </a:ln>
                <a:solidFill>
                  <a:schemeClr val="tx1"/>
                </a:solidFill>
                <a:effectLst/>
                <a:latin typeface="Arial" panose="020B0604020202020204" pitchFamily="34" charset="0"/>
              </a:rPr>
              <a:t>: Analyze the video and transcript content under the ASSUMPTION that it dose NOT contains hateful or offensive content. Identify evidence supporting non-hateful (non-offensive) interpretation: Evidence:…; Reasoning:…</a:t>
            </a:r>
            <a:r>
              <a:rPr lang="en-US" altLang="zh-CN" sz="2400" dirty="0">
                <a:solidFill>
                  <a:schemeClr val="tx1"/>
                </a:solidFill>
                <a:latin typeface="Arial" panose="020B0604020202020204" pitchFamily="34" charset="0"/>
              </a:rPr>
              <a:t>.</a:t>
            </a:r>
            <a:endParaRPr kumimoji="0" lang="en-US" altLang="zh-CN"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49836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5020CD-9B96-2C24-E153-00BE40C1803A}"/>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F8DF7CF-D02F-E766-D19D-3144B46F6DEE}"/>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38954554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1294</TotalTime>
  <Words>834</Words>
  <Application>Microsoft Office PowerPoint</Application>
  <PresentationFormat>宽屏</PresentationFormat>
  <Paragraphs>77</Paragraphs>
  <Slides>6</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vt:i4>
      </vt:variant>
    </vt:vector>
  </HeadingPairs>
  <TitlesOfParts>
    <vt:vector size="12" baseType="lpstr">
      <vt:lpstr>Arial Unicode MS</vt:lpstr>
      <vt:lpstr>等线</vt:lpstr>
      <vt:lpstr>等线 Light</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Yang, Shuonan</dc:creator>
  <cp:lastModifiedBy>Yang, Shuonan</cp:lastModifiedBy>
  <cp:revision>43</cp:revision>
  <dcterms:created xsi:type="dcterms:W3CDTF">2025-08-30T22:04:38Z</dcterms:created>
  <dcterms:modified xsi:type="dcterms:W3CDTF">2026-01-29T19:15:30Z</dcterms:modified>
</cp:coreProperties>
</file>